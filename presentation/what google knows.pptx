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9" d="100"/>
          <a:sy n="159" d="100"/>
        </p:scale>
        <p:origin x="306" y="13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035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91239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692069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96912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205921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42255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756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7679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93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C22B55-3399-F268-95E7-D9A7FCF5BF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958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319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8104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7A209D-97ED-FDA9-EE98-7042E4A25A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177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8866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748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AE9D3-F052-D97B-1A73-1C64EAC87D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235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228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68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86A414-EE83-22B2-7EFE-5BCC8EF3DB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868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693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115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2B844A-3CCF-47D2-287B-F8FAA3595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232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9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067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2CAEAE-1C9B-6575-AC4D-83A72B6562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586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381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300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5D73FB-ADBB-3668-C548-8D9940B02B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424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71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44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C16E65-F907-BC48-8606-2D6A0B82CC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ajd tytułowy">
    <p:bg>
      <p:bgPr shadeToTitle="0">
        <a:solidFill>
          <a:srgbClr val="00494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749300" name="Tytuł 1"/>
          <p:cNvSpPr>
            <a:spLocks noGrp="1"/>
          </p:cNvSpPr>
          <p:nvPr>
            <p:ph type="ctrTitle" hasCustomPrompt="1"/>
          </p:nvPr>
        </p:nvSpPr>
        <p:spPr bwMode="auto">
          <a:xfrm>
            <a:off x="609600" y="2503488"/>
            <a:ext cx="8188037" cy="669203"/>
          </a:xfrm>
        </p:spPr>
        <p:txBody>
          <a:bodyPr anchor="t" anchorCtr="0">
            <a:noAutofit/>
          </a:bodyPr>
          <a:lstStyle>
            <a:lvl1pPr algn="l">
              <a:defRPr sz="2400">
                <a:solidFill>
                  <a:srgbClr val="94A5A9"/>
                </a:solidFill>
                <a:latin typeface="Saira SemiCondensed Medium"/>
              </a:defRPr>
            </a:lvl1pPr>
          </a:lstStyle>
          <a:p>
            <a:pPr>
              <a:defRPr/>
            </a:pPr>
            <a:r>
              <a:rPr lang="pl-PL"/>
              <a:t>funkcja, Imię i Nazwisko</a:t>
            </a:r>
            <a:endParaRPr lang="pl-PL"/>
          </a:p>
        </p:txBody>
      </p:sp>
      <p:sp>
        <p:nvSpPr>
          <p:cNvPr id="751430556" name="Symbol zastępczy daty 3"/>
          <p:cNvSpPr>
            <a:spLocks noGrp="1"/>
          </p:cNvSpPr>
          <p:nvPr>
            <p:ph type="dt" sz="half" idx="10"/>
          </p:nvPr>
        </p:nvSpPr>
        <p:spPr bwMode="auto">
          <a:xfrm>
            <a:off x="609600" y="6356350"/>
            <a:ext cx="2743200" cy="365125"/>
          </a:xfrm>
        </p:spPr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366826753" name="Symbol zastępczy stopki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2075992993" name="Symbol zastępczy numeru slajdu 5"/>
          <p:cNvSpPr>
            <a:spLocks noGrp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  <p:sp>
        <p:nvSpPr>
          <p:cNvPr id="1947235021" name="Symbol zastępczy tekstu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719454" y="3698117"/>
            <a:ext cx="4862946" cy="46333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Hanken Grotesk ExtraBold"/>
              </a:defRPr>
            </a:lvl1pPr>
          </a:lstStyle>
          <a:p>
            <a:pPr>
              <a:defRPr/>
            </a:pPr>
            <a:r>
              <a:rPr lang="pl-PL"/>
              <a:t>Krótki opis</a:t>
            </a:r>
            <a:endParaRPr lang="pl-PL"/>
          </a:p>
        </p:txBody>
      </p:sp>
      <p:sp>
        <p:nvSpPr>
          <p:cNvPr id="2037286223" name="Symbol zastępczy tekstu 2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719888" y="4176713"/>
            <a:ext cx="4862512" cy="1711325"/>
          </a:xfrm>
        </p:spPr>
        <p:txBody>
          <a:bodyPr>
            <a:no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6FF9F"/>
              </a:buClr>
              <a:buSzTx/>
              <a:buFont typeface="Arial"/>
              <a:buNone/>
              <a:defRPr sz="2000">
                <a:solidFill>
                  <a:srgbClr val="94A5A9"/>
                </a:solidFill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6FF9F"/>
              </a:buClr>
              <a:buSzTx/>
              <a:buFont typeface="Arial"/>
              <a:buNone/>
              <a:defRPr/>
            </a:pPr>
            <a:r>
              <a:rPr lang="pl-PL" sz="2800">
                <a:latin typeface="Hanken Grotesk"/>
              </a:rPr>
              <a:t>Lorem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ipsum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dolor</a:t>
            </a:r>
            <a:r>
              <a:rPr lang="pl-PL" sz="2800">
                <a:latin typeface="Hanken Grotesk"/>
              </a:rPr>
              <a:t> sit </a:t>
            </a:r>
            <a:r>
              <a:rPr lang="pl-PL" sz="2800">
                <a:latin typeface="Hanken Grotesk"/>
              </a:rPr>
              <a:t>Lorem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ipsum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dolor</a:t>
            </a:r>
            <a:r>
              <a:rPr lang="pl-PL" sz="2800">
                <a:latin typeface="Hanken Grotesk"/>
              </a:rPr>
              <a:t> sit </a:t>
            </a:r>
            <a:r>
              <a:rPr lang="pl-PL" sz="2800">
                <a:latin typeface="Hanken Grotesk"/>
              </a:rPr>
              <a:t>amet</a:t>
            </a:r>
            <a:r>
              <a:rPr lang="pl-PL" sz="2800">
                <a:latin typeface="Hanken Grotesk"/>
              </a:rPr>
              <a:t>, </a:t>
            </a:r>
            <a:r>
              <a:rPr lang="pl-PL" sz="2800">
                <a:latin typeface="Hanken Grotesk"/>
              </a:rPr>
              <a:t>consectetuer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adipiscing</a:t>
            </a:r>
            <a:r>
              <a:rPr lang="pl-PL" sz="2800">
                <a:latin typeface="Hanken Grotesk"/>
              </a:rPr>
              <a:t> elit, </a:t>
            </a:r>
            <a:r>
              <a:rPr lang="pl-PL" sz="2800">
                <a:latin typeface="Hanken Grotesk"/>
              </a:rPr>
              <a:t>sed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diam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nonummy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nibh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euismod</a:t>
            </a:r>
            <a:r>
              <a:rPr lang="pl-PL" sz="2800">
                <a:latin typeface="Hanken Grotesk"/>
              </a:rPr>
              <a:t> </a:t>
            </a:r>
            <a:r>
              <a:rPr lang="pl-PL" sz="2800">
                <a:latin typeface="Hanken Grotesk"/>
              </a:rPr>
              <a:t>tincidunt</a:t>
            </a:r>
            <a:endParaRPr lang="pl-PL" sz="2800">
              <a:latin typeface="Hanken Grotesk"/>
            </a:endParaRPr>
          </a:p>
        </p:txBody>
      </p:sp>
      <p:sp>
        <p:nvSpPr>
          <p:cNvPr id="771454585" name="Prostokąt 27"/>
          <p:cNvSpPr/>
          <p:nvPr userDrawn="1"/>
        </p:nvSpPr>
        <p:spPr bwMode="auto">
          <a:xfrm>
            <a:off x="0" y="0"/>
            <a:ext cx="12192000" cy="748144"/>
          </a:xfrm>
          <a:prstGeom prst="rect">
            <a:avLst/>
          </a:prstGeom>
          <a:solidFill>
            <a:srgbClr val="00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l-PL"/>
          </a:p>
        </p:txBody>
      </p:sp>
      <p:sp>
        <p:nvSpPr>
          <p:cNvPr id="678786951" name="Symbol zastępczy tekstu 2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09600" y="748289"/>
            <a:ext cx="7906871" cy="165576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Saira SemiCondensed ExtraBold"/>
              </a:defRPr>
            </a:lvl1pPr>
          </a:lstStyle>
          <a:p>
            <a:pPr>
              <a:defRPr/>
            </a:pPr>
            <a:r>
              <a:rPr lang="pl-PL"/>
              <a:t>Tytuł prezentacji</a:t>
            </a:r>
            <a:br>
              <a:rPr lang="pl-PL"/>
            </a:br>
            <a:r>
              <a:rPr lang="pl-PL"/>
              <a:t>Nullam</a:t>
            </a:r>
            <a:r>
              <a:rPr lang="pl-PL"/>
              <a:t> </a:t>
            </a:r>
            <a:r>
              <a:rPr lang="pl-PL"/>
              <a:t>auctor</a:t>
            </a:r>
            <a:r>
              <a:rPr lang="pl-PL"/>
              <a:t> </a:t>
            </a:r>
            <a:r>
              <a:rPr lang="pl-PL"/>
              <a:t>imp</a:t>
            </a:r>
            <a:endParaRPr lang="pl-PL"/>
          </a:p>
        </p:txBody>
      </p:sp>
      <p:pic>
        <p:nvPicPr>
          <p:cNvPr id="335140623" name="Obraz 11" descr="Obraz zawierający Czcionka, tekst, Grafika, biały&#10;&#10;Opis wygenerowany automatycznie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653930" y="381126"/>
            <a:ext cx="3285565" cy="1180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ytuł i zawartość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097962" name="Symbol zastępczy zawartości 2"/>
          <p:cNvSpPr>
            <a:spLocks noGrp="1"/>
          </p:cNvSpPr>
          <p:nvPr>
            <p:ph idx="1"/>
          </p:nvPr>
        </p:nvSpPr>
        <p:spPr bwMode="auto">
          <a:xfrm>
            <a:off x="644236" y="1825625"/>
            <a:ext cx="6754091" cy="4351338"/>
          </a:xfrm>
        </p:spPr>
        <p:txBody>
          <a:bodyPr/>
          <a:lstStyle>
            <a:lvl1pPr>
              <a:buClr>
                <a:srgbClr val="56FF9F"/>
              </a:buClr>
              <a:defRPr sz="3000">
                <a:solidFill>
                  <a:srgbClr val="575756"/>
                </a:solidFill>
                <a:latin typeface="Hanken Grotesk SemiBold"/>
              </a:defRPr>
            </a:lvl1pPr>
            <a:lvl2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2pPr>
            <a:lvl3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3pPr>
            <a:lvl4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4pPr>
            <a:lvl5pPr>
              <a:buClr>
                <a:srgbClr val="56FF9F"/>
              </a:buClr>
              <a:defRPr sz="1400">
                <a:solidFill>
                  <a:srgbClr val="575756"/>
                </a:solidFill>
                <a:latin typeface="Hanken Grotesk SemiBold"/>
              </a:defRPr>
            </a:lvl5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816792507" name="Symbol zastępczy daty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1396181986" name="Symbol zastępczy stopki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311170001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  <p:sp>
        <p:nvSpPr>
          <p:cNvPr id="774076816" name="Symbol zastępczy zawartości 8"/>
          <p:cNvSpPr>
            <a:spLocks noGrp="1"/>
          </p:cNvSpPr>
          <p:nvPr>
            <p:ph sz="quarter" idx="13" hasCustomPrompt="1"/>
          </p:nvPr>
        </p:nvSpPr>
        <p:spPr bwMode="auto">
          <a:xfrm>
            <a:off x="7502524" y="963613"/>
            <a:ext cx="4045239" cy="5233745"/>
          </a:xfrm>
        </p:spPr>
        <p:txBody>
          <a:bodyPr/>
          <a:lstStyle>
            <a:lvl1pPr marL="0" indent="0">
              <a:buNone/>
              <a:defRPr>
                <a:solidFill>
                  <a:srgbClr val="575756"/>
                </a:solidFill>
                <a:latin typeface="Hanken Grotesk SemiBold"/>
              </a:defRPr>
            </a:lvl1pPr>
          </a:lstStyle>
          <a:p>
            <a:pPr lvl="0">
              <a:defRPr/>
            </a:pPr>
            <a:r>
              <a:rPr lang="pl-PL"/>
              <a:t>Wstaw obraz</a:t>
            </a:r>
            <a:endParaRPr lang="pl-PL"/>
          </a:p>
        </p:txBody>
      </p:sp>
      <p:sp>
        <p:nvSpPr>
          <p:cNvPr id="1588012621" name="Symbol zastępczy tekstu 2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44236" y="978982"/>
            <a:ext cx="6754091" cy="615805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rgbClr val="00494B"/>
                </a:solidFill>
                <a:latin typeface="Saira SemiCondensed ExtraBold"/>
              </a:defRPr>
            </a:lvl1pPr>
          </a:lstStyle>
          <a:p>
            <a:pPr>
              <a:defRPr/>
            </a:pPr>
            <a:r>
              <a:rPr lang="pl-PL"/>
              <a:t>Nagłówek</a:t>
            </a:r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Nagłówek sekcj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689513" name="Tytuł 1"/>
          <p:cNvSpPr>
            <a:spLocks noGrp="1"/>
          </p:cNvSpPr>
          <p:nvPr>
            <p:ph type="title"/>
          </p:nvPr>
        </p:nvSpPr>
        <p:spPr bwMode="auto">
          <a:xfrm>
            <a:off x="644236" y="1709738"/>
            <a:ext cx="10903528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1726189504" name="Symbol zastępczy tekstu 2"/>
          <p:cNvSpPr>
            <a:spLocks noGrp="1"/>
          </p:cNvSpPr>
          <p:nvPr>
            <p:ph type="body" idx="1"/>
          </p:nvPr>
        </p:nvSpPr>
        <p:spPr bwMode="auto">
          <a:xfrm>
            <a:off x="644236" y="4589463"/>
            <a:ext cx="109035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</p:txBody>
      </p:sp>
      <p:sp>
        <p:nvSpPr>
          <p:cNvPr id="103234441" name="Symbol zastępczy daty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497562873" name="Symbol zastępczy stopki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30179056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wa elementy zawartośc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65250" name="Tytuł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2086792939" name="Symbol zastępczy zawartości 2"/>
          <p:cNvSpPr>
            <a:spLocks noGrp="1"/>
          </p:cNvSpPr>
          <p:nvPr>
            <p:ph sz="half" idx="1"/>
          </p:nvPr>
        </p:nvSpPr>
        <p:spPr bwMode="auto">
          <a:xfrm>
            <a:off x="644236" y="2168235"/>
            <a:ext cx="5375564" cy="4008728"/>
          </a:xfrm>
        </p:spPr>
        <p:txBody>
          <a:bodyPr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859208896" name="Symbol zastępczy zawartości 3"/>
          <p:cNvSpPr>
            <a:spLocks noGrp="1"/>
          </p:cNvSpPr>
          <p:nvPr>
            <p:ph sz="half" idx="2"/>
          </p:nvPr>
        </p:nvSpPr>
        <p:spPr bwMode="auto">
          <a:xfrm>
            <a:off x="6172200" y="2168235"/>
            <a:ext cx="5375564" cy="4008728"/>
          </a:xfrm>
        </p:spPr>
        <p:txBody>
          <a:bodyPr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885995631" name="Symbol zastępczy daty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1120969787" name="Symbol zastępczy stopki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825807391" name="Symbol zastępczy numeru slajd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orównan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131232" name="Symbol zastępczy tekstu 2"/>
          <p:cNvSpPr>
            <a:spLocks noGrp="1"/>
          </p:cNvSpPr>
          <p:nvPr>
            <p:ph type="body" idx="1"/>
          </p:nvPr>
        </p:nvSpPr>
        <p:spPr bwMode="auto">
          <a:xfrm>
            <a:off x="644236" y="2168235"/>
            <a:ext cx="5353339" cy="6303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</p:txBody>
      </p:sp>
      <p:sp>
        <p:nvSpPr>
          <p:cNvPr id="505830901" name="Symbol zastępczy zawartości 3"/>
          <p:cNvSpPr>
            <a:spLocks noGrp="1"/>
          </p:cNvSpPr>
          <p:nvPr>
            <p:ph sz="half" idx="2"/>
          </p:nvPr>
        </p:nvSpPr>
        <p:spPr bwMode="auto">
          <a:xfrm>
            <a:off x="644236" y="2798617"/>
            <a:ext cx="5353339" cy="3391045"/>
          </a:xfrm>
        </p:spPr>
        <p:txBody>
          <a:bodyPr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585631906" name="Symbol zastępczy tekstu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2168235"/>
            <a:ext cx="5375564" cy="6303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</p:txBody>
      </p:sp>
      <p:sp>
        <p:nvSpPr>
          <p:cNvPr id="672006075" name="Symbol zastępczy zawartości 5"/>
          <p:cNvSpPr>
            <a:spLocks noGrp="1"/>
          </p:cNvSpPr>
          <p:nvPr>
            <p:ph sz="quarter" idx="4"/>
          </p:nvPr>
        </p:nvSpPr>
        <p:spPr bwMode="auto">
          <a:xfrm>
            <a:off x="6172200" y="2798617"/>
            <a:ext cx="5375564" cy="3391045"/>
          </a:xfrm>
        </p:spPr>
        <p:txBody>
          <a:bodyPr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963136953" name="Symbol zastępczy daty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1953194396" name="Symbol zastępczy stopki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046864759" name="Symbol zastępczy numeru slajdu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  <p:sp>
        <p:nvSpPr>
          <p:cNvPr id="765378917" name="Symbol zastępczy tytułu 1"/>
          <p:cNvSpPr>
            <a:spLocks noGrp="1"/>
          </p:cNvSpPr>
          <p:nvPr>
            <p:ph type="title"/>
          </p:nvPr>
        </p:nvSpPr>
        <p:spPr bwMode="auto">
          <a:xfrm>
            <a:off x="644236" y="842671"/>
            <a:ext cx="10903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ylko tytu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80549" name="Tytuł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857678555" name="Symbol zastępczy daty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270992246" name="Symbol zastępczy stopki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705279188" name="Symbol zastępczy numeru slajdu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ust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2563" name="Symbol zastępczy daty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2038684545" name="Symbol zastępczy stopki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403615146" name="Symbol zastępczy numeru slajdu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Zawartość z podpis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120488" name="Tytuł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1420586605" name="Symbol zastępczy zawartości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2118372113" name="Symbol zastępczy tekstu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</p:txBody>
      </p:sp>
      <p:sp>
        <p:nvSpPr>
          <p:cNvPr id="500556221" name="Symbol zastępczy daty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359940568" name="Symbol zastępczy stopki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411484667" name="Symbol zastępczy numeru slajd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Obraz z podpis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552599" name="Tytuł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1427393466" name="Symbol zastępczy obrazu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l-PL"/>
          </a:p>
        </p:txBody>
      </p:sp>
      <p:sp>
        <p:nvSpPr>
          <p:cNvPr id="1504609154" name="Symbol zastępczy tekstu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l-PL"/>
              <a:t>Edytuj style wzorca tekstu</a:t>
            </a:r>
            <a:endParaRPr/>
          </a:p>
        </p:txBody>
      </p:sp>
      <p:sp>
        <p:nvSpPr>
          <p:cNvPr id="1297100158" name="Symbol zastępczy daty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556437225" name="Symbol zastępczy stopki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579212441" name="Symbol zastępczy numeru slajdu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ytuł i tekst pionow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100097" name="Tytuł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1783321172" name="Symbol zastępczy tytułu pionowego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332000690" name="Symbol zastępczy daty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1796443947" name="Symbol zastępczy stopki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45944167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ytuł pionowy i teks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70380" name="Tytuł pionowy 1"/>
          <p:cNvSpPr>
            <a:spLocks noGrp="1"/>
          </p:cNvSpPr>
          <p:nvPr>
            <p:ph type="title" orient="vert"/>
          </p:nvPr>
        </p:nvSpPr>
        <p:spPr bwMode="auto">
          <a:xfrm>
            <a:off x="8724900" y="1039091"/>
            <a:ext cx="2628900" cy="5137872"/>
          </a:xfrm>
        </p:spPr>
        <p:txBody>
          <a:bodyPr vert="eaVert"/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26084963" name="Symbol zastępczy tytułu pionowego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1039091"/>
            <a:ext cx="7734300" cy="5137872"/>
          </a:xfrm>
        </p:spPr>
        <p:txBody>
          <a:bodyPr vert="eaVert"/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464345535" name="Symbol zastępczy daty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1676244582" name="Symbol zastępczy stopki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582945135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379292" name="Prostokąt 10"/>
          <p:cNvSpPr/>
          <p:nvPr userDrawn="1"/>
        </p:nvSpPr>
        <p:spPr bwMode="auto">
          <a:xfrm>
            <a:off x="0" y="0"/>
            <a:ext cx="12192000" cy="748144"/>
          </a:xfrm>
          <a:prstGeom prst="rect">
            <a:avLst/>
          </a:prstGeom>
          <a:solidFill>
            <a:srgbClr val="00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l-PL"/>
          </a:p>
        </p:txBody>
      </p:sp>
      <p:sp>
        <p:nvSpPr>
          <p:cNvPr id="1212068376" name="Symbol zastępczy tekstu 22"/>
          <p:cNvSpPr txBox="1"/>
          <p:nvPr userDrawn="1"/>
        </p:nvSpPr>
        <p:spPr bwMode="auto">
          <a:xfrm>
            <a:off x="644236" y="342755"/>
            <a:ext cx="8859982" cy="463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Clr>
                <a:srgbClr val="56FF9F"/>
              </a:buClr>
              <a:buFont typeface="Arial"/>
              <a:buNone/>
              <a:defRPr sz="2400">
                <a:solidFill>
                  <a:schemeClr val="bg1"/>
                </a:solidFill>
                <a:latin typeface="Hanken Grotesk ExtraBold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56FF9F"/>
              </a:buClr>
              <a:buFont typeface="Arial"/>
              <a:buChar char="•"/>
              <a:defRPr sz="2400">
                <a:solidFill>
                  <a:srgbClr val="575756"/>
                </a:solidFill>
                <a:latin typeface="Hanken Grotesk SemiBold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56FF9F"/>
              </a:buClr>
              <a:buFont typeface="Arial"/>
              <a:buChar char="•"/>
              <a:defRPr sz="2000">
                <a:solidFill>
                  <a:srgbClr val="575756"/>
                </a:solidFill>
                <a:latin typeface="Hanken Grotesk SemiBold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56FF9F"/>
              </a:buClr>
              <a:buFont typeface="Arial"/>
              <a:buChar char="•"/>
              <a:defRPr sz="1800">
                <a:solidFill>
                  <a:srgbClr val="575756"/>
                </a:solidFill>
                <a:latin typeface="Hanken Grotesk SemiBold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rgbClr val="56FF9F"/>
              </a:buClr>
              <a:buFont typeface="Arial"/>
              <a:buChar char="•"/>
              <a:defRPr sz="1800">
                <a:solidFill>
                  <a:srgbClr val="575756"/>
                </a:solidFill>
                <a:latin typeface="Hanken Grotesk SemiBold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Saira SemiCondensed ExtraBold"/>
                <a:ea typeface="Saira SemiCondensed ExtraBold"/>
                <a:cs typeface="Saira SemiCondensed ExtraBold"/>
              </a:rPr>
              <a:t>Measuring Privacy Across Android Operating Systems</a:t>
            </a:r>
            <a:endParaRPr lang="en-US" sz="2000">
              <a:latin typeface="Saira SemiCondensed ExtraBold"/>
            </a:endParaRPr>
          </a:p>
        </p:txBody>
      </p:sp>
      <p:sp>
        <p:nvSpPr>
          <p:cNvPr id="630696663" name="Symbol zastępczy tytułu 1"/>
          <p:cNvSpPr>
            <a:spLocks noGrp="1"/>
          </p:cNvSpPr>
          <p:nvPr>
            <p:ph type="title"/>
          </p:nvPr>
        </p:nvSpPr>
        <p:spPr bwMode="auto">
          <a:xfrm>
            <a:off x="644236" y="842671"/>
            <a:ext cx="10903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l-PL"/>
              <a:t>Kliknij, aby edytować styl</a:t>
            </a:r>
            <a:endParaRPr lang="pl-PL"/>
          </a:p>
        </p:txBody>
      </p:sp>
      <p:sp>
        <p:nvSpPr>
          <p:cNvPr id="1239225615" name="Symbol zastępczy tekstu 2"/>
          <p:cNvSpPr>
            <a:spLocks noGrp="1"/>
          </p:cNvSpPr>
          <p:nvPr>
            <p:ph type="body" idx="1"/>
          </p:nvPr>
        </p:nvSpPr>
        <p:spPr bwMode="auto">
          <a:xfrm>
            <a:off x="644236" y="2168235"/>
            <a:ext cx="10903528" cy="40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l-PL"/>
              <a:t>Edytuj style wzorca tekstu</a:t>
            </a:r>
            <a:endParaRPr/>
          </a:p>
          <a:p>
            <a:pPr lvl="1">
              <a:defRPr/>
            </a:pPr>
            <a:r>
              <a:rPr lang="pl-PL"/>
              <a:t>Drugi poziom</a:t>
            </a:r>
            <a:endParaRPr/>
          </a:p>
          <a:p>
            <a:pPr lvl="2">
              <a:defRPr/>
            </a:pPr>
            <a:r>
              <a:rPr lang="pl-PL"/>
              <a:t>Trzeci poziom</a:t>
            </a:r>
            <a:endParaRPr/>
          </a:p>
          <a:p>
            <a:pPr lvl="3">
              <a:defRPr/>
            </a:pPr>
            <a:r>
              <a:rPr lang="pl-PL"/>
              <a:t>Czwarty poziom</a:t>
            </a:r>
            <a:endParaRPr/>
          </a:p>
          <a:p>
            <a:pPr lvl="4">
              <a:defRPr/>
            </a:pPr>
            <a:r>
              <a:rPr lang="pl-PL"/>
              <a:t>Piąty poziom</a:t>
            </a:r>
            <a:endParaRPr lang="pl-PL"/>
          </a:p>
        </p:txBody>
      </p:sp>
      <p:sp>
        <p:nvSpPr>
          <p:cNvPr id="1984606040" name="Symbol zastępczy daty 3"/>
          <p:cNvSpPr>
            <a:spLocks noGrp="1"/>
          </p:cNvSpPr>
          <p:nvPr>
            <p:ph type="dt" sz="half" idx="2"/>
          </p:nvPr>
        </p:nvSpPr>
        <p:spPr bwMode="auto">
          <a:xfrm>
            <a:off x="644236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0EEB9AF-AA69-48F3-A643-56F73142EC72}" type="datetimeFigureOut">
              <a:rPr lang="pl-PL"/>
              <a:t>10.07.2023</a:t>
            </a:fld>
            <a:endParaRPr lang="pl-PL"/>
          </a:p>
        </p:txBody>
      </p:sp>
      <p:sp>
        <p:nvSpPr>
          <p:cNvPr id="569190259" name="Symbol zastępczy stopki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83668234" name="Symbol zastępczy numeru slajdu 5"/>
          <p:cNvSpPr>
            <a:spLocks noGrp="1"/>
          </p:cNvSpPr>
          <p:nvPr>
            <p:ph type="sldNum" sz="quarter" idx="4"/>
          </p:nvPr>
        </p:nvSpPr>
        <p:spPr bwMode="auto">
          <a:xfrm>
            <a:off x="88045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41F14E-5E50-41C8-9B47-1728B03EC051}" type="slidenum">
              <a:rPr lang="pl-PL"/>
              <a:t>‹#›</a:t>
            </a:fld>
            <a:endParaRPr lang="pl-PL"/>
          </a:p>
        </p:txBody>
      </p:sp>
      <p:pic>
        <p:nvPicPr>
          <p:cNvPr id="541805068" name="Obraz 11" descr="Obraz zawierający Czcionka, tekst, Grafika, biały&#10;&#10;Opis wygenerowany automatycznie"/>
          <p:cNvPicPr>
            <a:picLocks noChangeAspect="1"/>
          </p:cNvPicPr>
          <p:nvPr userDrawn="1"/>
        </p:nvPicPr>
        <p:blipFill rotWithShape="1">
          <a:blip r:embed="rId13"/>
          <a:stretch/>
        </p:blipFill>
        <p:spPr bwMode="auto">
          <a:xfrm>
            <a:off x="9504218" y="76234"/>
            <a:ext cx="2082155" cy="7481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rgbClr val="00494B"/>
          </a:solidFill>
          <a:latin typeface="Saira SemiCondensed ExtraBold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56FF9F"/>
        </a:buClr>
        <a:buFont typeface="Arial"/>
        <a:buChar char="•"/>
        <a:defRPr sz="2800">
          <a:solidFill>
            <a:srgbClr val="575756"/>
          </a:solidFill>
          <a:latin typeface="Hanken Grotesk SemiBold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56FF9F"/>
        </a:buClr>
        <a:buFont typeface="Arial"/>
        <a:buChar char="•"/>
        <a:defRPr sz="2400">
          <a:solidFill>
            <a:srgbClr val="575756"/>
          </a:solidFill>
          <a:latin typeface="Hanken Grotesk SemiBold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56FF9F"/>
        </a:buClr>
        <a:buFont typeface="Arial"/>
        <a:buChar char="•"/>
        <a:defRPr sz="2000">
          <a:solidFill>
            <a:srgbClr val="575756"/>
          </a:solidFill>
          <a:latin typeface="Hanken Grotesk SemiBold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56FF9F"/>
        </a:buClr>
        <a:buFont typeface="Arial"/>
        <a:buChar char="•"/>
        <a:defRPr sz="1800">
          <a:solidFill>
            <a:srgbClr val="575756"/>
          </a:solidFill>
          <a:latin typeface="Hanken Grotesk SemiBold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56FF9F"/>
        </a:buClr>
        <a:buFont typeface="Arial"/>
        <a:buChar char="•"/>
        <a:defRPr sz="1800">
          <a:solidFill>
            <a:srgbClr val="575756"/>
          </a:solidFill>
          <a:latin typeface="Hanken Grotesk SemiBold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383788" name="Tytuł 1"/>
          <p:cNvSpPr>
            <a:spLocks noGrp="1"/>
          </p:cNvSpPr>
          <p:nvPr>
            <p:ph type="ctrTitle"/>
          </p:nvPr>
        </p:nvSpPr>
        <p:spPr bwMode="auto">
          <a:xfrm>
            <a:off x="609599" y="3094398"/>
            <a:ext cx="8188036" cy="669202"/>
          </a:xfrm>
        </p:spPr>
        <p:txBody>
          <a:bodyPr/>
          <a:lstStyle/>
          <a:p>
            <a:pPr>
              <a:defRPr/>
            </a:pPr>
            <a:r>
              <a:rPr lang="pl-PL" sz="2400" b="0" i="0" u="none" strike="noStrike" cap="none" spc="0">
                <a:solidFill>
                  <a:srgbClr val="94A5A9"/>
                </a:solidFill>
                <a:latin typeface="Saira SemiCondensed Medium"/>
                <a:ea typeface="Saira SemiCondensed Medium"/>
                <a:cs typeface="Saira SemiCondensed Medium"/>
              </a:rPr>
              <a:t>Bruno Mircevski</a:t>
            </a:r>
            <a:endParaRPr sz="2400"/>
          </a:p>
          <a:p>
            <a:pPr>
              <a:defRPr/>
            </a:pPr>
            <a:endParaRPr/>
          </a:p>
        </p:txBody>
      </p:sp>
      <p:sp>
        <p:nvSpPr>
          <p:cNvPr id="518463300" name="Symbol zastępczy tekstu 2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454128068" name="Symbol zastępczy tekstu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1197144777" name="Symbol zastępczy tekstu 4"/>
          <p:cNvSpPr>
            <a:spLocks noGrp="1"/>
          </p:cNvSpPr>
          <p:nvPr>
            <p:ph type="body" sz="quarter" idx="13"/>
          </p:nvPr>
        </p:nvSpPr>
        <p:spPr bwMode="auto">
          <a:xfrm flipH="0" flipV="0">
            <a:off x="609599" y="748288"/>
            <a:ext cx="8188036" cy="165576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bg1"/>
                </a:solidFill>
                <a:latin typeface="Saira SemiCondensed ExtraBold"/>
                <a:ea typeface="Saira SemiCondensed ExtraBold"/>
                <a:cs typeface="Saira SemiCondensed ExtraBold"/>
              </a:rPr>
              <a:t>What Google Knows:</a:t>
            </a:r>
            <a:r>
              <a:rPr lang="pl-PL" sz="4000" b="0" i="0" u="none" strike="noStrike" cap="none" spc="0">
                <a:solidFill>
                  <a:schemeClr val="bg1"/>
                </a:solidFill>
                <a:latin typeface="Saira SemiCondensed ExtraBold"/>
                <a:ea typeface="Saira SemiCondensed ExtraBold"/>
                <a:cs typeface="Saira SemiCondensed ExtraBold"/>
              </a:rPr>
              <a:t> </a:t>
            </a:r>
            <a:r>
              <a:rPr lang="en-US" sz="4000" b="0" i="0" u="none" strike="noStrike" cap="none" spc="0">
                <a:solidFill>
                  <a:schemeClr val="bg1"/>
                </a:solidFill>
                <a:latin typeface="Saira SemiCondensed ExtraBold"/>
                <a:ea typeface="Saira SemiCondensed ExtraBold"/>
                <a:cs typeface="Saira SemiCondensed ExtraBold"/>
              </a:rPr>
              <a:t>Measuring Telemetry and Identifier Exposure Across Privacy-Focused Android Operating Systems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399181" name="Symbol zastępczy zawartości 1"/>
          <p:cNvSpPr>
            <a:spLocks noGrp="1"/>
          </p:cNvSpPr>
          <p:nvPr>
            <p:ph idx="1"/>
          </p:nvPr>
        </p:nvSpPr>
        <p:spPr bwMode="auto">
          <a:xfrm flipH="0" flipV="0">
            <a:off x="644235" y="1825624"/>
            <a:ext cx="10832494" cy="4351338"/>
          </a:xfrm>
        </p:spPr>
        <p:txBody>
          <a:bodyPr/>
          <a:lstStyle/>
          <a:p>
            <a:pPr>
              <a:defRPr/>
            </a:pP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Purpose </a:t>
            </a: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of </a:t>
            </a: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th</a:t>
            </a: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e</a:t>
            </a: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 </a:t>
            </a: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study</a:t>
            </a:r>
            <a:endParaRPr lang="en-US"/>
          </a:p>
          <a:p>
            <a:pPr>
              <a:defRPr/>
            </a:pPr>
            <a:r>
              <a:rPr lang="en-US"/>
              <a:t>P</a:t>
            </a:r>
            <a:r>
              <a:rPr lang="en-US"/>
              <a:t>rivacy</a:t>
            </a:r>
            <a:r>
              <a:rPr lang="en-US"/>
              <a:t>-focused</a:t>
            </a:r>
            <a:r>
              <a:rPr lang="en-US"/>
              <a:t> Android operating systems</a:t>
            </a:r>
            <a:endParaRPr lang="en-US"/>
          </a:p>
          <a:p>
            <a:pPr>
              <a:defRPr/>
            </a:pPr>
            <a:r>
              <a:rPr lang="en-US"/>
              <a:t>Experiment design</a:t>
            </a:r>
            <a:endParaRPr lang="en-US"/>
          </a:p>
          <a:p>
            <a:pPr>
              <a:defRPr/>
            </a:pPr>
            <a:r>
              <a:rPr lang="en-US"/>
              <a:t>Results</a:t>
            </a:r>
            <a:endParaRPr lang="en-US"/>
          </a:p>
          <a:p>
            <a:pPr>
              <a:defRPr/>
            </a:pPr>
            <a:r>
              <a:rPr lang="en-US"/>
              <a:t>Known limitations</a:t>
            </a:r>
            <a:endParaRPr lang="en-US"/>
          </a:p>
          <a:p>
            <a:pPr>
              <a:defRPr/>
            </a:pPr>
            <a:r>
              <a:rPr lang="en-US"/>
              <a:t>Conclusion</a:t>
            </a:r>
            <a:endParaRPr lang="en-US"/>
          </a:p>
        </p:txBody>
      </p:sp>
      <p:sp>
        <p:nvSpPr>
          <p:cNvPr id="1097303451" name="Symbol zastępczy tekstu 3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Table of </a:t>
            </a:r>
            <a:r>
              <a:rPr lang="en-US"/>
              <a:t>c</a:t>
            </a:r>
            <a:r>
              <a:rPr lang="en-US"/>
              <a:t>ontents</a:t>
            </a:r>
            <a:endParaRPr lang="en-US"/>
          </a:p>
        </p:txBody>
      </p:sp>
      <p:sp>
        <p:nvSpPr>
          <p:cNvPr id="318880584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8AD62E-40E0-3B66-4880-3ED59E6E4AD3}" type="slidenum">
              <a:rPr lang="pl-PL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236386" name="Symbol zastępczy zawartości 1"/>
          <p:cNvSpPr>
            <a:spLocks noGrp="1"/>
          </p:cNvSpPr>
          <p:nvPr>
            <p:ph idx="1"/>
          </p:nvPr>
        </p:nvSpPr>
        <p:spPr bwMode="auto">
          <a:xfrm flipH="0" flipV="0">
            <a:off x="644235" y="1825624"/>
            <a:ext cx="10832494" cy="4351338"/>
          </a:xfrm>
        </p:spPr>
        <p:txBody>
          <a:bodyPr/>
          <a:lstStyle/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3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Evaluate user privacy at the operating-system layer across various privacy-focused Android distributions</a:t>
            </a:r>
            <a:r>
              <a:rPr lang="en-US"/>
              <a:t>.</a:t>
            </a:r>
            <a:endParaRPr lang="en-US"/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/>
              <a:t>Compare alternative Android operating systems (custom ROMs) to stock.</a:t>
            </a:r>
            <a:endParaRPr lang="en-US"/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/>
              <a:t>Conduct an experiment and collect data from a physical device.</a:t>
            </a:r>
            <a:endParaRPr lang="en-US"/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/>
              <a:t>Find actual privacy benefits of studied Android distributions</a:t>
            </a:r>
            <a:r>
              <a:rPr lang="en-US"/>
              <a:t>.</a:t>
            </a:r>
            <a:endParaRPr lang="en-US"/>
          </a:p>
        </p:txBody>
      </p:sp>
      <p:sp>
        <p:nvSpPr>
          <p:cNvPr id="1883531748" name="Symbol zastępczy tekstu 3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Purpose of the study</a:t>
            </a:r>
            <a:endParaRPr lang="en-US"/>
          </a:p>
        </p:txBody>
      </p:sp>
      <p:sp>
        <p:nvSpPr>
          <p:cNvPr id="295574424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BE7C061-DB42-0940-0978-E35F402AA464}" type="slidenum">
              <a:rPr lang="pl-PL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170384" name="Symbol zastępczy tekstu 3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44235" y="978981"/>
            <a:ext cx="8799273" cy="615804"/>
          </a:xfrm>
        </p:spPr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Privacy-focused Android operating systems</a:t>
            </a:r>
            <a:endParaRPr lang="en-US"/>
          </a:p>
        </p:txBody>
      </p:sp>
      <p:sp>
        <p:nvSpPr>
          <p:cNvPr id="539617190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B2A4356-D686-6361-8B2D-6BCDB6B1F5AF}" type="slidenum">
              <a:rPr lang="pl-PL"/>
              <a:t>3</a:t>
            </a:fld>
            <a:endParaRPr/>
          </a:p>
        </p:txBody>
      </p:sp>
      <p:pic>
        <p:nvPicPr>
          <p:cNvPr id="4058705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0552" y="2012511"/>
            <a:ext cx="2736151" cy="1824963"/>
          </a:xfrm>
          <a:prstGeom prst="rect">
            <a:avLst/>
          </a:prstGeom>
        </p:spPr>
      </p:pic>
      <p:pic>
        <p:nvPicPr>
          <p:cNvPr id="50439215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740449" y="4667448"/>
            <a:ext cx="2010345" cy="731765"/>
          </a:xfrm>
          <a:prstGeom prst="rect">
            <a:avLst/>
          </a:prstGeom>
        </p:spPr>
      </p:pic>
      <p:pic>
        <p:nvPicPr>
          <p:cNvPr id="50884286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24778" y="2472836"/>
            <a:ext cx="1381124" cy="1143000"/>
          </a:xfrm>
          <a:prstGeom prst="rect">
            <a:avLst/>
          </a:prstGeom>
        </p:spPr>
      </p:pic>
      <p:pic>
        <p:nvPicPr>
          <p:cNvPr id="95464880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367096" y="4470521"/>
            <a:ext cx="1308792" cy="1308792"/>
          </a:xfrm>
          <a:prstGeom prst="rect">
            <a:avLst/>
          </a:prstGeom>
        </p:spPr>
      </p:pic>
      <p:pic>
        <p:nvPicPr>
          <p:cNvPr id="186932192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525973" y="2384647"/>
            <a:ext cx="2721790" cy="2648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526840" name="Symbol zastępczy tekstu 3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44235" y="978981"/>
            <a:ext cx="8799273" cy="615804"/>
          </a:xfrm>
        </p:spPr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Privacy-focused Android operating systems</a:t>
            </a:r>
            <a:endParaRPr lang="en-US"/>
          </a:p>
        </p:txBody>
      </p:sp>
      <p:sp>
        <p:nvSpPr>
          <p:cNvPr id="1071868982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EA6847-E643-100B-C5E1-BF802810617C}" type="slidenum">
              <a:rPr lang="pl-PL"/>
              <a:t>4</a:t>
            </a:fld>
            <a:endParaRPr/>
          </a:p>
        </p:txBody>
      </p:sp>
      <p:pic>
        <p:nvPicPr>
          <p:cNvPr id="12426267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32948" y="4249421"/>
            <a:ext cx="2098733" cy="1399817"/>
          </a:xfrm>
          <a:prstGeom prst="rect">
            <a:avLst/>
          </a:prstGeom>
        </p:spPr>
      </p:pic>
      <p:pic>
        <p:nvPicPr>
          <p:cNvPr id="8206275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53116" y="4683226"/>
            <a:ext cx="1391691" cy="506575"/>
          </a:xfrm>
          <a:prstGeom prst="rect">
            <a:avLst/>
          </a:prstGeom>
        </p:spPr>
      </p:pic>
      <p:pic>
        <p:nvPicPr>
          <p:cNvPr id="1311002353" name=""/>
          <p:cNvPicPr>
            <a:picLocks noChangeAspect="1"/>
          </p:cNvPicPr>
          <p:nvPr/>
        </p:nvPicPr>
        <p:blipFill rotWithShape="1">
          <a:blip r:embed="rId5"/>
          <a:srcRect l="0" t="0" r="0" b="21888"/>
          <a:stretch/>
        </p:blipFill>
        <p:spPr bwMode="auto">
          <a:xfrm flipH="0" flipV="0">
            <a:off x="7700738" y="1790913"/>
            <a:ext cx="2535775" cy="1927499"/>
          </a:xfrm>
          <a:prstGeom prst="rect">
            <a:avLst/>
          </a:prstGeom>
        </p:spPr>
      </p:pic>
      <p:pic>
        <p:nvPicPr>
          <p:cNvPr id="34811000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137034" y="1790913"/>
            <a:ext cx="3131835" cy="1223969"/>
          </a:xfrm>
          <a:prstGeom prst="rect">
            <a:avLst/>
          </a:prstGeom>
        </p:spPr>
      </p:pic>
      <p:sp>
        <p:nvSpPr>
          <p:cNvPr id="2018945184" name="Symbol zastępczy zawartości 1"/>
          <p:cNvSpPr>
            <a:spLocks noGrp="1"/>
          </p:cNvSpPr>
          <p:nvPr>
            <p:ph idx="1"/>
          </p:nvPr>
        </p:nvSpPr>
        <p:spPr bwMode="auto">
          <a:xfrm flipH="0" flipV="0">
            <a:off x="724470" y="3014883"/>
            <a:ext cx="4561009" cy="141959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A 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free-as-in-freedom</a:t>
            </a:r>
            <a:b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</a:b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re-implementation of Google's proprietary Android user space apps and 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libraries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.</a:t>
            </a:r>
            <a:endParaRPr sz="2400"/>
          </a:p>
        </p:txBody>
      </p:sp>
      <p:pic>
        <p:nvPicPr>
          <p:cNvPr id="116799365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376469" y="2043196"/>
            <a:ext cx="1184312" cy="1184312"/>
          </a:xfrm>
          <a:prstGeom prst="rect">
            <a:avLst/>
          </a:prstGeom>
        </p:spPr>
      </p:pic>
      <p:sp>
        <p:nvSpPr>
          <p:cNvPr id="1633138393" name="Symbol zastępczy zawartości 1"/>
          <p:cNvSpPr>
            <a:spLocks noGrp="1"/>
          </p:cNvSpPr>
          <p:nvPr/>
        </p:nvSpPr>
        <p:spPr bwMode="auto">
          <a:xfrm flipH="0" flipV="0">
            <a:off x="6890404" y="3718413"/>
            <a:ext cx="4723704" cy="24362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Clr>
                <a:srgbClr val="56FF9F"/>
              </a:buClr>
              <a:buFont typeface="Arial"/>
              <a:buChar char="•"/>
              <a:defRPr sz="30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24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20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18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14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   Sandboxed Google Play</a:t>
            </a:r>
            <a:endParaRPr sz="2600" b="0" i="0" u="none" strike="noStrike" cap="none" spc="0">
              <a:solidFill>
                <a:srgbClr val="575756"/>
              </a:solidFill>
              <a:latin typeface="Hanken Grotesk SemiBold"/>
              <a:ea typeface="Hanken Grotesk SemiBold"/>
              <a:cs typeface="Hanken Grotesk SemiBold"/>
            </a:endParaRPr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b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</a:b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GrapheneOS has a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 compatibility layer 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providing the option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 to install the official Google Play in the standard app sandbox</a:t>
            </a:r>
            <a:r>
              <a:rPr sz="2400"/>
              <a:t>.</a:t>
            </a:r>
            <a:endParaRPr sz="2400"/>
          </a:p>
        </p:txBody>
      </p:sp>
      <p:pic>
        <p:nvPicPr>
          <p:cNvPr id="1196324276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104971" y="5649238"/>
            <a:ext cx="1075021" cy="889673"/>
          </a:xfrm>
          <a:prstGeom prst="rect">
            <a:avLst/>
          </a:prstGeom>
        </p:spPr>
      </p:pic>
      <p:pic>
        <p:nvPicPr>
          <p:cNvPr id="1833545323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3134090" y="5642463"/>
            <a:ext cx="896448" cy="89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182888" name="Symbol zastępczy tekstu 3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44235" y="978981"/>
            <a:ext cx="8799273" cy="615804"/>
          </a:xfrm>
        </p:spPr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Privacy-focused Android operating systems</a:t>
            </a:r>
            <a:endParaRPr lang="en-US"/>
          </a:p>
        </p:txBody>
      </p:sp>
      <p:sp>
        <p:nvSpPr>
          <p:cNvPr id="1133728898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73DA77-B7A7-9FF9-2469-4D9D3217E1F7}" type="slidenum">
              <a:rPr lang="pl-PL"/>
              <a:t>5</a:t>
            </a:fld>
            <a:endParaRPr/>
          </a:p>
        </p:txBody>
      </p:sp>
      <p:pic>
        <p:nvPicPr>
          <p:cNvPr id="1742083419" name=""/>
          <p:cNvPicPr>
            <a:picLocks noChangeAspect="1"/>
          </p:cNvPicPr>
          <p:nvPr/>
        </p:nvPicPr>
        <p:blipFill rotWithShape="1">
          <a:blip r:embed="rId3"/>
          <a:srcRect l="0" t="0" r="0" b="21888"/>
          <a:stretch/>
        </p:blipFill>
        <p:spPr bwMode="auto">
          <a:xfrm flipH="0" flipV="0">
            <a:off x="6266778" y="3786413"/>
            <a:ext cx="2468165" cy="1876107"/>
          </a:xfrm>
          <a:prstGeom prst="rect">
            <a:avLst/>
          </a:prstGeom>
        </p:spPr>
      </p:pic>
      <p:pic>
        <p:nvPicPr>
          <p:cNvPr id="17135438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60101" y="4112439"/>
            <a:ext cx="2389984" cy="934042"/>
          </a:xfrm>
          <a:prstGeom prst="rect">
            <a:avLst/>
          </a:prstGeom>
        </p:spPr>
      </p:pic>
      <p:pic>
        <p:nvPicPr>
          <p:cNvPr id="58490450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942510" y="4018880"/>
            <a:ext cx="1152736" cy="1152736"/>
          </a:xfrm>
          <a:prstGeom prst="rect">
            <a:avLst/>
          </a:prstGeom>
        </p:spPr>
      </p:pic>
      <p:sp>
        <p:nvSpPr>
          <p:cNvPr id="1942218227" name="Symbol zastępczy zawartości 1"/>
          <p:cNvSpPr>
            <a:spLocks noGrp="1"/>
          </p:cNvSpPr>
          <p:nvPr>
            <p:ph idx="1"/>
          </p:nvPr>
        </p:nvSpPr>
        <p:spPr bwMode="auto">
          <a:xfrm flipH="0" flipV="0">
            <a:off x="644235" y="1648652"/>
            <a:ext cx="10502782" cy="2137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Privacy-focused solutions aim to preserve device functionality and application compatibility while reducing privilege and improving user control over Google-related components</a:t>
            </a: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.</a:t>
            </a:r>
            <a:endParaRPr sz="2400"/>
          </a:p>
        </p:txBody>
      </p:sp>
      <p:sp>
        <p:nvSpPr>
          <p:cNvPr id="21705049" name="Symbol zastępczy zawartości 1"/>
          <p:cNvSpPr>
            <a:spLocks noGrp="1"/>
          </p:cNvSpPr>
          <p:nvPr/>
        </p:nvSpPr>
        <p:spPr bwMode="auto">
          <a:xfrm flipH="0" flipV="0">
            <a:off x="8337112" y="4125812"/>
            <a:ext cx="2930769" cy="110572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Clr>
                <a:srgbClr val="56FF9F"/>
              </a:buClr>
              <a:buFont typeface="Arial"/>
              <a:buChar char="•"/>
              <a:defRPr sz="30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24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20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18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Clr>
                <a:srgbClr val="56FF9F"/>
              </a:buClr>
              <a:buFont typeface="Arial"/>
              <a:buChar char="•"/>
              <a:defRPr sz="140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GrapheneOS </a:t>
            </a:r>
            <a:b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</a:b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Sandboxed </a:t>
            </a:r>
            <a:b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</a:b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Google Play</a:t>
            </a:r>
            <a:endParaRPr lang="en-US" sz="2400" b="0" i="0" u="none" strike="noStrike" cap="none" spc="0">
              <a:solidFill>
                <a:srgbClr val="575756"/>
              </a:solidFill>
              <a:latin typeface="Hanken Grotesk SemiBold"/>
              <a:ea typeface="Hanken Grotesk SemiBold"/>
              <a:cs typeface="Hanken Grotesk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63626" name="Symbol zastępczy tekstu 3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44234" y="978980"/>
            <a:ext cx="8799273" cy="615803"/>
          </a:xfrm>
        </p:spPr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Tested Android operating systems</a:t>
            </a:r>
            <a:endParaRPr lang="en-US"/>
          </a:p>
        </p:txBody>
      </p:sp>
      <p:sp>
        <p:nvSpPr>
          <p:cNvPr id="1468608370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C98AE2-5B27-1353-AD9C-1E8BB66BF80A}" type="slidenum">
              <a:rPr lang="pl-PL"/>
              <a:t>6</a:t>
            </a:fld>
            <a:endParaRPr/>
          </a:p>
        </p:txBody>
      </p:sp>
      <p:sp>
        <p:nvSpPr>
          <p:cNvPr id="1489734824" name="Symbol zastępczy zawartości 2"/>
          <p:cNvSpPr>
            <a:spLocks noGrp="1"/>
          </p:cNvSpPr>
          <p:nvPr>
            <p:ph idx="1"/>
          </p:nvPr>
        </p:nvSpPr>
        <p:spPr bwMode="auto">
          <a:xfrm flipH="0" flipV="0">
            <a:off x="644235" y="1825624"/>
            <a:ext cx="10759225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buClr>
                <a:srgbClr val="56FF9F"/>
              </a:buClr>
              <a:defRPr sz="3000">
                <a:solidFill>
                  <a:srgbClr val="575756"/>
                </a:solidFill>
                <a:latin typeface="Hanken Grotesk SemiBold"/>
              </a:defRPr>
            </a:lvl1pPr>
            <a:lvl2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2pPr>
            <a:lvl3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3pPr>
            <a:lvl4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4pPr>
            <a:lvl5pPr>
              <a:buClr>
                <a:srgbClr val="56FF9F"/>
              </a:buClr>
              <a:defRPr sz="1400">
                <a:solidFill>
                  <a:srgbClr val="575756"/>
                </a:solidFill>
                <a:latin typeface="Hanken Grotesk SemiBold"/>
              </a:defRPr>
            </a:lvl5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Stock Android: BP4A.251205.006;</a:t>
            </a:r>
            <a:endParaRPr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LineageOS: lineage-23.0-20251206 (BP2A.250805.005);</a:t>
            </a:r>
            <a:endParaRPr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LineageOS for microG: lineage-23.0-20251203-microG (BP2A.250805.005);</a:t>
            </a:r>
            <a:endParaRPr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GrapheneOS: 2025121200 (BP4A.251205.006);</a:t>
            </a:r>
            <a:endParaRPr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iodéOS: 7.0-20251129-bluejay (BP2A.250805.005).</a:t>
            </a:r>
            <a:endParaRPr sz="2400"/>
          </a:p>
          <a:p>
            <a:pPr>
              <a:defRPr/>
            </a:pPr>
            <a:endParaRPr sz="2400"/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endParaRPr lang="en-US"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All tested builds are based on</a:t>
            </a:r>
            <a:r>
              <a:rPr lang="pl-PL" sz="2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 </a:t>
            </a:r>
            <a:r>
              <a:rPr lang="en-US" sz="2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Android 16 and were obtained in December 2025</a:t>
            </a:r>
            <a:r>
              <a:rPr lang="pl-PL" sz="2000" b="0" i="0" u="none" strike="noStrike" cap="none" spc="0">
                <a:solidFill>
                  <a:srgbClr val="575756"/>
                </a:solidFill>
                <a:latin typeface="Hanken Grotesk SemiBold"/>
                <a:cs typeface="Hanken Grotesk SemiBold"/>
              </a:rPr>
              <a:t>.</a:t>
            </a:r>
            <a:endParaRPr lang="en-US" sz="20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The BP4A and BP2A baseline </a:t>
            </a:r>
            <a:r>
              <a:rPr lang="en-US" sz="20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differ due to LineageOS and iodéOS slower update cycle</a:t>
            </a:r>
            <a:r>
              <a:rPr sz="2000"/>
              <a:t>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131708" name="Symbol zastępczy tekstu 3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644234" y="978980"/>
            <a:ext cx="8799273" cy="615803"/>
          </a:xfrm>
        </p:spPr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494B"/>
                </a:solidFill>
                <a:latin typeface="Saira SemiCondensed ExtraBold"/>
                <a:ea typeface="Saira SemiCondensed ExtraBold"/>
                <a:cs typeface="Saira SemiCondensed ExtraBold"/>
              </a:rPr>
              <a:t>Experiment design</a:t>
            </a:r>
            <a:endParaRPr lang="en-US"/>
          </a:p>
        </p:txBody>
      </p:sp>
      <p:sp>
        <p:nvSpPr>
          <p:cNvPr id="1091573612" name="Symbol zastępczy numeru slajdu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244BF9F-A158-56B1-43F0-882D5149ABE4}" type="slidenum">
              <a:rPr lang="pl-PL"/>
              <a:t>7</a:t>
            </a:fld>
            <a:endParaRPr/>
          </a:p>
        </p:txBody>
      </p:sp>
      <p:sp>
        <p:nvSpPr>
          <p:cNvPr id="379730068" name="Symbol zastępczy zawartości 2"/>
          <p:cNvSpPr>
            <a:spLocks noGrp="1"/>
          </p:cNvSpPr>
          <p:nvPr>
            <p:ph idx="1"/>
          </p:nvPr>
        </p:nvSpPr>
        <p:spPr bwMode="auto">
          <a:xfrm flipH="0" flipV="0">
            <a:off x="644235" y="5083052"/>
            <a:ext cx="10759225" cy="133203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>
              <a:buClr>
                <a:srgbClr val="56FF9F"/>
              </a:buClr>
              <a:defRPr sz="3000">
                <a:solidFill>
                  <a:srgbClr val="575756"/>
                </a:solidFill>
                <a:latin typeface="Hanken Grotesk SemiBold"/>
              </a:defRPr>
            </a:lvl1pPr>
            <a:lvl2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2pPr>
            <a:lvl3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3pPr>
            <a:lvl4pPr>
              <a:buClr>
                <a:srgbClr val="56FF9F"/>
              </a:buClr>
              <a:defRPr>
                <a:solidFill>
                  <a:srgbClr val="575756"/>
                </a:solidFill>
                <a:latin typeface="Hanken Grotesk SemiBold"/>
              </a:defRPr>
            </a:lvl4pPr>
            <a:lvl5pPr>
              <a:buClr>
                <a:srgbClr val="56FF9F"/>
              </a:buClr>
              <a:defRPr sz="1400">
                <a:solidFill>
                  <a:srgbClr val="575756"/>
                </a:solidFill>
                <a:latin typeface="Hanken Grotesk SemiBold"/>
              </a:defRPr>
            </a:lvl5pPr>
          </a:lstStyle>
          <a:p>
            <a:pPr marL="0" indent="0">
              <a:buClr>
                <a:srgbClr val="56FF9F"/>
              </a:buClr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575756"/>
                </a:solidFill>
                <a:latin typeface="Hanken Grotesk SemiBold"/>
                <a:ea typeface="Hanken Grotesk SemiBold"/>
                <a:cs typeface="Hanken Grotesk SemiBold"/>
              </a:rPr>
              <a:t>Measurement setup. The Android device running the investigated operating systems is configured to access the Internet using Wi-Fi. The access point is hosted on a Linux computer, running traffic interception and capture software. A custom system certificate is installed on the phone using root access. A USB connection is used for ADB/Frida communication.</a:t>
            </a:r>
            <a:endParaRPr sz="2400" b="0" i="0" u="none" strike="noStrike" cap="none" spc="0">
              <a:solidFill>
                <a:srgbClr val="575756"/>
              </a:solidFill>
              <a:latin typeface="Hanken Grotesk SemiBold"/>
              <a:cs typeface="Hanken Grotesk SemiBold"/>
            </a:endParaRPr>
          </a:p>
        </p:txBody>
      </p:sp>
      <p:pic>
        <p:nvPicPr>
          <p:cNvPr id="16559685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45190" y="1521515"/>
            <a:ext cx="10157316" cy="3375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Pakiet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Pakiet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</cp:revision>
  <dcterms:created xsi:type="dcterms:W3CDTF">2023-06-21T10:26:15Z</dcterms:created>
  <dcterms:modified xsi:type="dcterms:W3CDTF">2026-09-05T07:38:27Z</dcterms:modified>
</cp:coreProperties>
</file>