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10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9" d="100"/>
          <a:sy n="159" d="100"/>
        </p:scale>
        <p:origin x="306" y="13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C22B55-3399-F268-95E7-D9A7FCF5BF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7A209D-97ED-FDA9-EE98-7042E4A25A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052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44759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623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0AE9D3-F052-D97B-1A73-1C64EAC87D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9710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6865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353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86A414-EE83-22B2-7EFE-5BCC8EF3DB6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79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210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64800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2B844A-3CCF-47D2-287B-F8FAA3595B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7710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7730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538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2CAEAE-1C9B-6575-AC4D-83A72B6562E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ajd tytułowy">
    <p:bg>
      <p:bgPr shadeToTitle="0">
        <a:solidFill>
          <a:srgbClr val="00494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5474071" name="Tytuł 1"/>
          <p:cNvSpPr>
            <a:spLocks noGrp="1"/>
          </p:cNvSpPr>
          <p:nvPr>
            <p:ph type="ctrTitle" hasCustomPrompt="1"/>
          </p:nvPr>
        </p:nvSpPr>
        <p:spPr bwMode="auto">
          <a:xfrm>
            <a:off x="609600" y="2503488"/>
            <a:ext cx="8188037" cy="669203"/>
          </a:xfrm>
        </p:spPr>
        <p:txBody>
          <a:bodyPr anchor="t" anchorCtr="0">
            <a:noAutofit/>
          </a:bodyPr>
          <a:lstStyle>
            <a:lvl1pPr algn="l">
              <a:defRPr sz="2400">
                <a:solidFill>
                  <a:srgbClr val="94A5A9"/>
                </a:solidFill>
                <a:latin typeface="Saira SemiCondensed Medium"/>
              </a:defRPr>
            </a:lvl1pPr>
          </a:lstStyle>
          <a:p>
            <a:pPr>
              <a:defRPr/>
            </a:pPr>
            <a:r>
              <a:rPr lang="pl-PL"/>
              <a:t>funkcja, Imię i Nazwisko</a:t>
            </a:r>
            <a:endParaRPr lang="pl-PL"/>
          </a:p>
        </p:txBody>
      </p:sp>
      <p:sp>
        <p:nvSpPr>
          <p:cNvPr id="54988351" name="Symbol zastępczy daty 3"/>
          <p:cNvSpPr>
            <a:spLocks noGrp="1"/>
          </p:cNvSpPr>
          <p:nvPr>
            <p:ph type="dt" sz="half" idx="10"/>
          </p:nvPr>
        </p:nvSpPr>
        <p:spPr bwMode="auto">
          <a:xfrm>
            <a:off x="609600" y="6356350"/>
            <a:ext cx="2743200" cy="365125"/>
          </a:xfrm>
        </p:spPr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738629891" name="Symbol zastępczy stopki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843722384" name="Symbol zastępczy numeru slajdu 5"/>
          <p:cNvSpPr>
            <a:spLocks noGrp="1"/>
          </p:cNvSpPr>
          <p:nvPr>
            <p:ph type="sldNum" sz="quarter" idx="12"/>
          </p:nvPr>
        </p:nvSpPr>
        <p:spPr bwMode="auto">
          <a:xfrm>
            <a:off x="8839200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  <p:sp>
        <p:nvSpPr>
          <p:cNvPr id="573986818" name="Symbol zastępczy tekstu 2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6719454" y="3698117"/>
            <a:ext cx="4862946" cy="463332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Hanken Grotesk ExtraBold"/>
              </a:defRPr>
            </a:lvl1pPr>
          </a:lstStyle>
          <a:p>
            <a:pPr>
              <a:defRPr/>
            </a:pPr>
            <a:r>
              <a:rPr lang="pl-PL"/>
              <a:t>Krótki opis</a:t>
            </a:r>
            <a:endParaRPr lang="pl-PL"/>
          </a:p>
        </p:txBody>
      </p:sp>
      <p:sp>
        <p:nvSpPr>
          <p:cNvPr id="727157711" name="Symbol zastępczy tekstu 26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6719888" y="4176713"/>
            <a:ext cx="4862512" cy="1711325"/>
          </a:xfrm>
        </p:spPr>
        <p:txBody>
          <a:bodyPr>
            <a:noAutofit/>
          </a:bodyPr>
          <a:lstStyle>
            <a:lvl1pPr marL="0" marR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6FF9F"/>
              </a:buClr>
              <a:buSzTx/>
              <a:buFont typeface="Arial"/>
              <a:buNone/>
              <a:defRPr sz="2000">
                <a:solidFill>
                  <a:srgbClr val="94A5A9"/>
                </a:solidFill>
              </a:defRPr>
            </a:lvl1pPr>
          </a:lstStyle>
          <a:p>
            <a:pPr marL="0" marR="0" lvl="0" indent="0" algn="l" defTabSz="9144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6FF9F"/>
              </a:buClr>
              <a:buSzTx/>
              <a:buFont typeface="Arial"/>
              <a:buNone/>
              <a:defRPr/>
            </a:pPr>
            <a:r>
              <a:rPr lang="pl-PL" sz="2800">
                <a:latin typeface="Hanken Grotesk"/>
              </a:rPr>
              <a:t>Lorem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ipsum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dolor</a:t>
            </a:r>
            <a:r>
              <a:rPr lang="pl-PL" sz="2800">
                <a:latin typeface="Hanken Grotesk"/>
              </a:rPr>
              <a:t> sit </a:t>
            </a:r>
            <a:r>
              <a:rPr lang="pl-PL" sz="2800">
                <a:latin typeface="Hanken Grotesk"/>
              </a:rPr>
              <a:t>Lorem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ipsum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dolor</a:t>
            </a:r>
            <a:r>
              <a:rPr lang="pl-PL" sz="2800">
                <a:latin typeface="Hanken Grotesk"/>
              </a:rPr>
              <a:t> sit </a:t>
            </a:r>
            <a:r>
              <a:rPr lang="pl-PL" sz="2800">
                <a:latin typeface="Hanken Grotesk"/>
              </a:rPr>
              <a:t>amet</a:t>
            </a:r>
            <a:r>
              <a:rPr lang="pl-PL" sz="2800">
                <a:latin typeface="Hanken Grotesk"/>
              </a:rPr>
              <a:t>, </a:t>
            </a:r>
            <a:r>
              <a:rPr lang="pl-PL" sz="2800">
                <a:latin typeface="Hanken Grotesk"/>
              </a:rPr>
              <a:t>consectetuer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adipiscing</a:t>
            </a:r>
            <a:r>
              <a:rPr lang="pl-PL" sz="2800">
                <a:latin typeface="Hanken Grotesk"/>
              </a:rPr>
              <a:t> elit, </a:t>
            </a:r>
            <a:r>
              <a:rPr lang="pl-PL" sz="2800">
                <a:latin typeface="Hanken Grotesk"/>
              </a:rPr>
              <a:t>sed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diam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nonummy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nibh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euismod</a:t>
            </a:r>
            <a:r>
              <a:rPr lang="pl-PL" sz="2800">
                <a:latin typeface="Hanken Grotesk"/>
              </a:rPr>
              <a:t> </a:t>
            </a:r>
            <a:r>
              <a:rPr lang="pl-PL" sz="2800">
                <a:latin typeface="Hanken Grotesk"/>
              </a:rPr>
              <a:t>tincidunt</a:t>
            </a:r>
            <a:endParaRPr lang="pl-PL" sz="2800">
              <a:latin typeface="Hanken Grotesk"/>
            </a:endParaRPr>
          </a:p>
        </p:txBody>
      </p:sp>
      <p:sp>
        <p:nvSpPr>
          <p:cNvPr id="1903512836" name="Prostokąt 27"/>
          <p:cNvSpPr/>
          <p:nvPr userDrawn="1"/>
        </p:nvSpPr>
        <p:spPr bwMode="auto">
          <a:xfrm>
            <a:off x="0" y="0"/>
            <a:ext cx="12192000" cy="748144"/>
          </a:xfrm>
          <a:prstGeom prst="rect">
            <a:avLst/>
          </a:prstGeom>
          <a:solidFill>
            <a:srgbClr val="0049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pl-PL"/>
          </a:p>
        </p:txBody>
      </p:sp>
      <p:sp>
        <p:nvSpPr>
          <p:cNvPr id="1172482445" name="Symbol zastępczy tekstu 2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609600" y="748289"/>
            <a:ext cx="7906871" cy="1655762"/>
          </a:xfrm>
        </p:spPr>
        <p:txBody>
          <a:bodyPr>
            <a:noAutofit/>
          </a:bodyPr>
          <a:lstStyle>
            <a:lvl1pPr marL="0" indent="0">
              <a:buNone/>
              <a:defRPr sz="6000">
                <a:solidFill>
                  <a:schemeClr val="bg1"/>
                </a:solidFill>
                <a:latin typeface="Saira SemiCondensed ExtraBold"/>
              </a:defRPr>
            </a:lvl1pPr>
          </a:lstStyle>
          <a:p>
            <a:pPr>
              <a:defRPr/>
            </a:pPr>
            <a:r>
              <a:rPr lang="pl-PL"/>
              <a:t>Tytuł prezentacji</a:t>
            </a:r>
            <a:br>
              <a:rPr lang="pl-PL"/>
            </a:br>
            <a:r>
              <a:rPr lang="pl-PL"/>
              <a:t>Nullam</a:t>
            </a:r>
            <a:r>
              <a:rPr lang="pl-PL"/>
              <a:t> </a:t>
            </a:r>
            <a:r>
              <a:rPr lang="pl-PL"/>
              <a:t>auctor</a:t>
            </a:r>
            <a:r>
              <a:rPr lang="pl-PL"/>
              <a:t> </a:t>
            </a:r>
            <a:r>
              <a:rPr lang="pl-PL"/>
              <a:t>imp</a:t>
            </a:r>
            <a:endParaRPr lang="pl-PL"/>
          </a:p>
        </p:txBody>
      </p:sp>
      <p:pic>
        <p:nvPicPr>
          <p:cNvPr id="819984840" name="Obraz 11" descr="Obraz zawierający Czcionka, tekst, Grafika, biały&#10;&#10;Opis wygenerowany automatycznie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8653930" y="381126"/>
            <a:ext cx="3285565" cy="118054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ytuł i zawartość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74043" name="Symbol zastępczy zawartości 2"/>
          <p:cNvSpPr>
            <a:spLocks noGrp="1"/>
          </p:cNvSpPr>
          <p:nvPr>
            <p:ph idx="1"/>
          </p:nvPr>
        </p:nvSpPr>
        <p:spPr bwMode="auto">
          <a:xfrm>
            <a:off x="644236" y="1825625"/>
            <a:ext cx="6754091" cy="4351338"/>
          </a:xfrm>
        </p:spPr>
        <p:txBody>
          <a:bodyPr/>
          <a:lstStyle>
            <a:lvl1pPr>
              <a:buClr>
                <a:srgbClr val="56FF9F"/>
              </a:buClr>
              <a:defRPr sz="3000">
                <a:solidFill>
                  <a:srgbClr val="575756"/>
                </a:solidFill>
                <a:latin typeface="Hanken Grotesk SemiBold"/>
              </a:defRPr>
            </a:lvl1pPr>
            <a:lvl2pPr>
              <a:buClr>
                <a:srgbClr val="56FF9F"/>
              </a:buClr>
              <a:defRPr>
                <a:solidFill>
                  <a:srgbClr val="575756"/>
                </a:solidFill>
                <a:latin typeface="Hanken Grotesk SemiBold"/>
              </a:defRPr>
            </a:lvl2pPr>
            <a:lvl3pPr>
              <a:buClr>
                <a:srgbClr val="56FF9F"/>
              </a:buClr>
              <a:defRPr>
                <a:solidFill>
                  <a:srgbClr val="575756"/>
                </a:solidFill>
                <a:latin typeface="Hanken Grotesk SemiBold"/>
              </a:defRPr>
            </a:lvl3pPr>
            <a:lvl4pPr>
              <a:buClr>
                <a:srgbClr val="56FF9F"/>
              </a:buClr>
              <a:defRPr>
                <a:solidFill>
                  <a:srgbClr val="575756"/>
                </a:solidFill>
                <a:latin typeface="Hanken Grotesk SemiBold"/>
              </a:defRPr>
            </a:lvl4pPr>
            <a:lvl5pPr>
              <a:buClr>
                <a:srgbClr val="56FF9F"/>
              </a:buClr>
              <a:defRPr sz="1400">
                <a:solidFill>
                  <a:srgbClr val="575756"/>
                </a:solidFill>
                <a:latin typeface="Hanken Grotesk SemiBold"/>
              </a:defRPr>
            </a:lvl5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911947180" name="Symbol zastępczy daty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92109954" name="Symbol zastępczy stopki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2100813550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  <p:sp>
        <p:nvSpPr>
          <p:cNvPr id="1819441296" name="Symbol zastępczy zawartości 8"/>
          <p:cNvSpPr>
            <a:spLocks noGrp="1"/>
          </p:cNvSpPr>
          <p:nvPr>
            <p:ph sz="quarter" idx="13" hasCustomPrompt="1"/>
          </p:nvPr>
        </p:nvSpPr>
        <p:spPr bwMode="auto">
          <a:xfrm>
            <a:off x="7502524" y="963613"/>
            <a:ext cx="4045239" cy="5233745"/>
          </a:xfrm>
        </p:spPr>
        <p:txBody>
          <a:bodyPr/>
          <a:lstStyle>
            <a:lvl1pPr marL="0" indent="0">
              <a:buNone/>
              <a:defRPr>
                <a:solidFill>
                  <a:srgbClr val="575756"/>
                </a:solidFill>
                <a:latin typeface="Hanken Grotesk SemiBold"/>
              </a:defRPr>
            </a:lvl1pPr>
          </a:lstStyle>
          <a:p>
            <a:pPr lvl="0">
              <a:defRPr/>
            </a:pPr>
            <a:r>
              <a:rPr lang="pl-PL"/>
              <a:t>Wstaw obraz</a:t>
            </a:r>
            <a:endParaRPr lang="pl-PL"/>
          </a:p>
        </p:txBody>
      </p:sp>
      <p:sp>
        <p:nvSpPr>
          <p:cNvPr id="1963418468" name="Symbol zastępczy tekstu 2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644236" y="978982"/>
            <a:ext cx="6754091" cy="615805"/>
          </a:xfrm>
        </p:spPr>
        <p:txBody>
          <a:bodyPr anchor="ctr" anchorCtr="0">
            <a:noAutofit/>
          </a:bodyPr>
          <a:lstStyle>
            <a:lvl1pPr marL="0" indent="0">
              <a:buNone/>
              <a:defRPr sz="3200">
                <a:solidFill>
                  <a:srgbClr val="00494B"/>
                </a:solidFill>
                <a:latin typeface="Saira SemiCondensed ExtraBold"/>
              </a:defRPr>
            </a:lvl1pPr>
          </a:lstStyle>
          <a:p>
            <a:pPr>
              <a:defRPr/>
            </a:pPr>
            <a:r>
              <a:rPr lang="pl-PL"/>
              <a:t>Nagłówek</a:t>
            </a:r>
            <a:endParaRPr lang="pl-P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Nagłówek sekcj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663476" name="Tytuł 1"/>
          <p:cNvSpPr>
            <a:spLocks noGrp="1"/>
          </p:cNvSpPr>
          <p:nvPr>
            <p:ph type="title"/>
          </p:nvPr>
        </p:nvSpPr>
        <p:spPr bwMode="auto">
          <a:xfrm>
            <a:off x="644236" y="1709738"/>
            <a:ext cx="10903528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353668904" name="Symbol zastępczy tekstu 2"/>
          <p:cNvSpPr>
            <a:spLocks noGrp="1"/>
          </p:cNvSpPr>
          <p:nvPr>
            <p:ph type="body" idx="1"/>
          </p:nvPr>
        </p:nvSpPr>
        <p:spPr bwMode="auto">
          <a:xfrm>
            <a:off x="644236" y="4589463"/>
            <a:ext cx="1090352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</p:txBody>
      </p:sp>
      <p:sp>
        <p:nvSpPr>
          <p:cNvPr id="1187150050" name="Symbol zastępczy daty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61677263" name="Symbol zastępczy stopki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51741609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wa elementy zawartośc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992496" name="Tytuł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452793918" name="Symbol zastępczy zawartości 2"/>
          <p:cNvSpPr>
            <a:spLocks noGrp="1"/>
          </p:cNvSpPr>
          <p:nvPr>
            <p:ph sz="half" idx="1"/>
          </p:nvPr>
        </p:nvSpPr>
        <p:spPr bwMode="auto">
          <a:xfrm>
            <a:off x="644236" y="2168235"/>
            <a:ext cx="5375564" cy="4008728"/>
          </a:xfrm>
        </p:spPr>
        <p:txBody>
          <a:bodyPr/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549234569" name="Symbol zastępczy zawartości 3"/>
          <p:cNvSpPr>
            <a:spLocks noGrp="1"/>
          </p:cNvSpPr>
          <p:nvPr>
            <p:ph sz="half" idx="2"/>
          </p:nvPr>
        </p:nvSpPr>
        <p:spPr bwMode="auto">
          <a:xfrm>
            <a:off x="6172200" y="2168235"/>
            <a:ext cx="5375564" cy="4008728"/>
          </a:xfrm>
        </p:spPr>
        <p:txBody>
          <a:bodyPr/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114897161" name="Symbol zastępczy daty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917369938" name="Symbol zastępczy stopki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581937789" name="Symbol zastępczy numeru slajdu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Porównan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98663" name="Symbol zastępczy tekstu 2"/>
          <p:cNvSpPr>
            <a:spLocks noGrp="1"/>
          </p:cNvSpPr>
          <p:nvPr>
            <p:ph type="body" idx="1"/>
          </p:nvPr>
        </p:nvSpPr>
        <p:spPr bwMode="auto">
          <a:xfrm>
            <a:off x="644236" y="2168235"/>
            <a:ext cx="5353339" cy="63038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</p:txBody>
      </p:sp>
      <p:sp>
        <p:nvSpPr>
          <p:cNvPr id="1311232512" name="Symbol zastępczy zawartości 3"/>
          <p:cNvSpPr>
            <a:spLocks noGrp="1"/>
          </p:cNvSpPr>
          <p:nvPr>
            <p:ph sz="half" idx="2"/>
          </p:nvPr>
        </p:nvSpPr>
        <p:spPr bwMode="auto">
          <a:xfrm>
            <a:off x="644236" y="2798617"/>
            <a:ext cx="5353339" cy="3391045"/>
          </a:xfrm>
        </p:spPr>
        <p:txBody>
          <a:bodyPr/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2103374293" name="Symbol zastępczy tekstu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2168235"/>
            <a:ext cx="5375564" cy="63038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</p:txBody>
      </p:sp>
      <p:sp>
        <p:nvSpPr>
          <p:cNvPr id="716716016" name="Symbol zastępczy zawartości 5"/>
          <p:cNvSpPr>
            <a:spLocks noGrp="1"/>
          </p:cNvSpPr>
          <p:nvPr>
            <p:ph sz="quarter" idx="4"/>
          </p:nvPr>
        </p:nvSpPr>
        <p:spPr bwMode="auto">
          <a:xfrm>
            <a:off x="6172200" y="2798617"/>
            <a:ext cx="5375564" cy="3391045"/>
          </a:xfrm>
        </p:spPr>
        <p:txBody>
          <a:bodyPr/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97669060" name="Symbol zastępczy daty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997752141" name="Symbol zastępczy stopki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318540242" name="Symbol zastępczy numeru slajdu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  <p:sp>
        <p:nvSpPr>
          <p:cNvPr id="417119750" name="Symbol zastępczy tytułu 1"/>
          <p:cNvSpPr>
            <a:spLocks noGrp="1"/>
          </p:cNvSpPr>
          <p:nvPr>
            <p:ph type="title"/>
          </p:nvPr>
        </p:nvSpPr>
        <p:spPr bwMode="auto">
          <a:xfrm>
            <a:off x="644236" y="842671"/>
            <a:ext cx="10903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ylko tytu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221591" name="Tytuł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444396791" name="Symbol zastępczy daty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52557290" name="Symbol zastępczy stopki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856429843" name="Symbol zastępczy numeru slajdu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ust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870331" name="Symbol zastępczy daty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812944976" name="Symbol zastępczy stopki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281441956" name="Symbol zastępczy numeru slajdu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Zawartość z podpise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6369051" name="Tytuł 1"/>
          <p:cNvSpPr>
            <a:spLocks noGrp="1"/>
          </p:cNvSpPr>
          <p:nvPr>
            <p:ph type="title"/>
          </p:nvPr>
        </p:nvSpPr>
        <p:spPr bwMode="auto">
          <a:xfrm>
            <a:off x="839788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649347430" name="Symbol zastępczy zawartości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935786299" name="Symbol zastępczy tekstu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</p:txBody>
      </p:sp>
      <p:sp>
        <p:nvSpPr>
          <p:cNvPr id="1824904242" name="Symbol zastępczy daty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081056748" name="Symbol zastępczy stopki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376182913" name="Symbol zastępczy numeru slajdu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Obraz z podpisem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136819" name="Tytuł 1"/>
          <p:cNvSpPr>
            <a:spLocks noGrp="1"/>
          </p:cNvSpPr>
          <p:nvPr>
            <p:ph type="title"/>
          </p:nvPr>
        </p:nvSpPr>
        <p:spPr bwMode="auto">
          <a:xfrm>
            <a:off x="839788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269773612" name="Symbol zastępczy obrazu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pl-PL"/>
          </a:p>
        </p:txBody>
      </p:sp>
      <p:sp>
        <p:nvSpPr>
          <p:cNvPr id="1183703609" name="Symbol zastępczy tekstu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l-PL"/>
              <a:t>Edytuj style wzorca tekstu</a:t>
            </a:r>
            <a:endParaRPr/>
          </a:p>
        </p:txBody>
      </p:sp>
      <p:sp>
        <p:nvSpPr>
          <p:cNvPr id="1604221652" name="Symbol zastępczy daty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77925966" name="Symbol zastępczy stopki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779516491" name="Symbol zastępczy numeru slajdu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ytuł i tekst pionow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1915509" name="Tytuł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1425647274" name="Symbol zastępczy tytułu pionowego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342102749" name="Symbol zastępczy daty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2094855504" name="Symbol zastępczy stopki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625656102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ytuł pionowy i teks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864175" name="Tytuł pionowy 1"/>
          <p:cNvSpPr>
            <a:spLocks noGrp="1"/>
          </p:cNvSpPr>
          <p:nvPr>
            <p:ph type="title" orient="vert"/>
          </p:nvPr>
        </p:nvSpPr>
        <p:spPr bwMode="auto">
          <a:xfrm>
            <a:off x="8724900" y="1039091"/>
            <a:ext cx="2628900" cy="5137872"/>
          </a:xfrm>
        </p:spPr>
        <p:txBody>
          <a:bodyPr vert="eaVert"/>
          <a:lstStyle/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51234937" name="Symbol zastępczy tytułu pionowego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1039091"/>
            <a:ext cx="7734300" cy="5137872"/>
          </a:xfrm>
        </p:spPr>
        <p:txBody>
          <a:bodyPr vert="eaVert"/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1350710586" name="Symbol zastępczy daty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1587344225" name="Symbol zastępczy stopki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134455805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80926" name="Prostokąt 10"/>
          <p:cNvSpPr/>
          <p:nvPr userDrawn="1"/>
        </p:nvSpPr>
        <p:spPr bwMode="auto">
          <a:xfrm>
            <a:off x="0" y="0"/>
            <a:ext cx="12192000" cy="748144"/>
          </a:xfrm>
          <a:prstGeom prst="rect">
            <a:avLst/>
          </a:prstGeom>
          <a:solidFill>
            <a:srgbClr val="0049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pl-PL"/>
          </a:p>
        </p:txBody>
      </p:sp>
      <p:sp>
        <p:nvSpPr>
          <p:cNvPr id="351521549" name="Symbol zastępczy tekstu 22"/>
          <p:cNvSpPr txBox="1"/>
          <p:nvPr userDrawn="1"/>
        </p:nvSpPr>
        <p:spPr bwMode="auto">
          <a:xfrm>
            <a:off x="644236" y="342755"/>
            <a:ext cx="8859982" cy="46333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>
              <a:lnSpc>
                <a:spcPct val="90000"/>
              </a:lnSpc>
              <a:spcBef>
                <a:spcPts val="1000"/>
              </a:spcBef>
              <a:buClr>
                <a:srgbClr val="56FF9F"/>
              </a:buClr>
              <a:buFont typeface="Arial"/>
              <a:buNone/>
              <a:defRPr sz="2400">
                <a:solidFill>
                  <a:schemeClr val="bg1"/>
                </a:solidFill>
                <a:latin typeface="Hanken Grotesk ExtraBold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Clr>
                <a:srgbClr val="56FF9F"/>
              </a:buClr>
              <a:buFont typeface="Arial"/>
              <a:buChar char="•"/>
              <a:defRPr sz="2400">
                <a:solidFill>
                  <a:srgbClr val="575756"/>
                </a:solidFill>
                <a:latin typeface="Hanken Grotesk SemiBold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Clr>
                <a:srgbClr val="56FF9F"/>
              </a:buClr>
              <a:buFont typeface="Arial"/>
              <a:buChar char="•"/>
              <a:defRPr sz="2000">
                <a:solidFill>
                  <a:srgbClr val="575756"/>
                </a:solidFill>
                <a:latin typeface="Hanken Grotesk SemiBold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Clr>
                <a:srgbClr val="56FF9F"/>
              </a:buClr>
              <a:buFont typeface="Arial"/>
              <a:buChar char="•"/>
              <a:defRPr sz="1800">
                <a:solidFill>
                  <a:srgbClr val="575756"/>
                </a:solidFill>
                <a:latin typeface="Hanken Grotesk SemiBold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Clr>
                <a:srgbClr val="56FF9F"/>
              </a:buClr>
              <a:buFont typeface="Arial"/>
              <a:buChar char="•"/>
              <a:defRPr sz="1800">
                <a:solidFill>
                  <a:srgbClr val="575756"/>
                </a:solidFill>
                <a:latin typeface="Hanken Grotesk SemiBold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b="0" i="0" u="none" strike="noStrike" cap="none" spc="0">
                <a:solidFill>
                  <a:schemeClr val="bg1"/>
                </a:solidFill>
                <a:latin typeface="Saira SemiCondensed ExtraBold"/>
                <a:ea typeface="Saira SemiCondensed ExtraBold"/>
                <a:cs typeface="Saira SemiCondensed ExtraBold"/>
              </a:rPr>
              <a:t>Measuring Privacy Across Android Operating Systems</a:t>
            </a:r>
            <a:endParaRPr lang="en-US" sz="2000">
              <a:latin typeface="Saira SemiCondensed ExtraBold"/>
            </a:endParaRPr>
          </a:p>
        </p:txBody>
      </p:sp>
      <p:sp>
        <p:nvSpPr>
          <p:cNvPr id="2087458790" name="Symbol zastępczy tytułu 1"/>
          <p:cNvSpPr>
            <a:spLocks noGrp="1"/>
          </p:cNvSpPr>
          <p:nvPr>
            <p:ph type="title"/>
          </p:nvPr>
        </p:nvSpPr>
        <p:spPr bwMode="auto">
          <a:xfrm>
            <a:off x="644236" y="842671"/>
            <a:ext cx="10903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l-PL"/>
              <a:t>Kliknij, aby edytować styl</a:t>
            </a:r>
            <a:endParaRPr lang="pl-PL"/>
          </a:p>
        </p:txBody>
      </p:sp>
      <p:sp>
        <p:nvSpPr>
          <p:cNvPr id="1648192558" name="Symbol zastępczy tekstu 2"/>
          <p:cNvSpPr>
            <a:spLocks noGrp="1"/>
          </p:cNvSpPr>
          <p:nvPr>
            <p:ph type="body" idx="1"/>
          </p:nvPr>
        </p:nvSpPr>
        <p:spPr bwMode="auto">
          <a:xfrm>
            <a:off x="644236" y="2168235"/>
            <a:ext cx="10903528" cy="40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l-PL"/>
              <a:t>Edytuj style wzorca tekstu</a:t>
            </a:r>
            <a:endParaRPr/>
          </a:p>
          <a:p>
            <a:pPr lvl="1">
              <a:defRPr/>
            </a:pPr>
            <a:r>
              <a:rPr lang="pl-PL"/>
              <a:t>Drugi poziom</a:t>
            </a:r>
            <a:endParaRPr/>
          </a:p>
          <a:p>
            <a:pPr lvl="2">
              <a:defRPr/>
            </a:pPr>
            <a:r>
              <a:rPr lang="pl-PL"/>
              <a:t>Trzeci poziom</a:t>
            </a:r>
            <a:endParaRPr/>
          </a:p>
          <a:p>
            <a:pPr lvl="3">
              <a:defRPr/>
            </a:pPr>
            <a:r>
              <a:rPr lang="pl-PL"/>
              <a:t>Czwarty poziom</a:t>
            </a:r>
            <a:endParaRPr/>
          </a:p>
          <a:p>
            <a:pPr lvl="4">
              <a:defRPr/>
            </a:pPr>
            <a:r>
              <a:rPr lang="pl-PL"/>
              <a:t>Piąty poziom</a:t>
            </a:r>
            <a:endParaRPr lang="pl-PL"/>
          </a:p>
        </p:txBody>
      </p:sp>
      <p:sp>
        <p:nvSpPr>
          <p:cNvPr id="1083527072" name="Symbol zastępczy daty 3"/>
          <p:cNvSpPr>
            <a:spLocks noGrp="1"/>
          </p:cNvSpPr>
          <p:nvPr>
            <p:ph type="dt" sz="half" idx="2"/>
          </p:nvPr>
        </p:nvSpPr>
        <p:spPr bwMode="auto">
          <a:xfrm>
            <a:off x="644236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0EEB9AF-AA69-48F3-A643-56F73142EC72}" type="datetimeFigureOut">
              <a:rPr lang="pl-PL"/>
              <a:t>10.07.2023</a:t>
            </a:fld>
            <a:endParaRPr lang="pl-PL"/>
          </a:p>
        </p:txBody>
      </p:sp>
      <p:sp>
        <p:nvSpPr>
          <p:cNvPr id="274369643" name="Symbol zastępczy stopki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l-PL"/>
          </a:p>
        </p:txBody>
      </p:sp>
      <p:sp>
        <p:nvSpPr>
          <p:cNvPr id="997878056" name="Symbol zastępczy numeru slajdu 5"/>
          <p:cNvSpPr>
            <a:spLocks noGrp="1"/>
          </p:cNvSpPr>
          <p:nvPr>
            <p:ph type="sldNum" sz="quarter" idx="4"/>
          </p:nvPr>
        </p:nvSpPr>
        <p:spPr bwMode="auto">
          <a:xfrm>
            <a:off x="8804564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D41F14E-5E50-41C8-9B47-1728B03EC051}" type="slidenum">
              <a:rPr lang="pl-PL"/>
              <a:t>‹#›</a:t>
            </a:fld>
            <a:endParaRPr lang="pl-PL"/>
          </a:p>
        </p:txBody>
      </p:sp>
      <p:pic>
        <p:nvPicPr>
          <p:cNvPr id="266206127" name="Obraz 11" descr="Obraz zawierający Czcionka, tekst, Grafika, biały&#10;&#10;Opis wygenerowany automatycznie"/>
          <p:cNvPicPr>
            <a:picLocks noChangeAspect="1"/>
          </p:cNvPicPr>
          <p:nvPr userDrawn="1"/>
        </p:nvPicPr>
        <p:blipFill rotWithShape="1">
          <a:blip r:embed="rId13"/>
          <a:stretch/>
        </p:blipFill>
        <p:spPr bwMode="auto">
          <a:xfrm>
            <a:off x="9504218" y="76234"/>
            <a:ext cx="2082155" cy="74814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rgbClr val="00494B"/>
          </a:solidFill>
          <a:latin typeface="Saira SemiCondensed ExtraBold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Clr>
          <a:srgbClr val="56FF9F"/>
        </a:buClr>
        <a:buFont typeface="Arial"/>
        <a:buChar char="•"/>
        <a:defRPr sz="2800">
          <a:solidFill>
            <a:srgbClr val="575756"/>
          </a:solidFill>
          <a:latin typeface="Hanken Grotesk SemiBold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Clr>
          <a:srgbClr val="56FF9F"/>
        </a:buClr>
        <a:buFont typeface="Arial"/>
        <a:buChar char="•"/>
        <a:defRPr sz="2400">
          <a:solidFill>
            <a:srgbClr val="575756"/>
          </a:solidFill>
          <a:latin typeface="Hanken Grotesk SemiBold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Clr>
          <a:srgbClr val="56FF9F"/>
        </a:buClr>
        <a:buFont typeface="Arial"/>
        <a:buChar char="•"/>
        <a:defRPr sz="2000">
          <a:solidFill>
            <a:srgbClr val="575756"/>
          </a:solidFill>
          <a:latin typeface="Hanken Grotesk SemiBold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Clr>
          <a:srgbClr val="56FF9F"/>
        </a:buClr>
        <a:buFont typeface="Arial"/>
        <a:buChar char="•"/>
        <a:defRPr sz="1800">
          <a:solidFill>
            <a:srgbClr val="575756"/>
          </a:solidFill>
          <a:latin typeface="Hanken Grotesk SemiBold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Clr>
          <a:srgbClr val="56FF9F"/>
        </a:buClr>
        <a:buFont typeface="Arial"/>
        <a:buChar char="•"/>
        <a:defRPr sz="1800">
          <a:solidFill>
            <a:srgbClr val="575756"/>
          </a:solidFill>
          <a:latin typeface="Hanken Grotesk SemiBold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536331" name="Tytuł 1"/>
          <p:cNvSpPr>
            <a:spLocks noGrp="1"/>
          </p:cNvSpPr>
          <p:nvPr>
            <p:ph type="ctrTitle"/>
          </p:nvPr>
        </p:nvSpPr>
        <p:spPr bwMode="auto">
          <a:xfrm>
            <a:off x="609599" y="3094398"/>
            <a:ext cx="8188036" cy="669202"/>
          </a:xfrm>
        </p:spPr>
        <p:txBody>
          <a:bodyPr/>
          <a:lstStyle/>
          <a:p>
            <a:pPr>
              <a:defRPr/>
            </a:pPr>
            <a:r>
              <a:rPr lang="pl-PL" sz="2400" b="0" i="0" u="none" strike="noStrike" cap="none" spc="0">
                <a:solidFill>
                  <a:srgbClr val="94A5A9"/>
                </a:solidFill>
                <a:latin typeface="Saira SemiCondensed Medium"/>
                <a:ea typeface="Saira SemiCondensed Medium"/>
                <a:cs typeface="Saira SemiCondensed Medium"/>
              </a:rPr>
              <a:t>Bruno Mircevski</a:t>
            </a:r>
            <a:endParaRPr sz="2400"/>
          </a:p>
          <a:p>
            <a:pPr>
              <a:defRPr/>
            </a:pPr>
            <a:endParaRPr/>
          </a:p>
        </p:txBody>
      </p:sp>
      <p:sp>
        <p:nvSpPr>
          <p:cNvPr id="90688667" name="Symbol zastępczy tekstu 2"/>
          <p:cNvSpPr>
            <a:spLocks noGrp="1"/>
          </p:cNvSpPr>
          <p:nvPr>
            <p:ph type="body" sz="quarter" idx="14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991720346" name="Symbol zastępczy tekstu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>
              <a:defRPr/>
            </a:pPr>
            <a:endParaRPr lang="pl-PL"/>
          </a:p>
        </p:txBody>
      </p:sp>
      <p:sp>
        <p:nvSpPr>
          <p:cNvPr id="402077317" name="Symbol zastępczy tekstu 4"/>
          <p:cNvSpPr>
            <a:spLocks noGrp="1"/>
          </p:cNvSpPr>
          <p:nvPr>
            <p:ph type="body" sz="quarter" idx="13"/>
          </p:nvPr>
        </p:nvSpPr>
        <p:spPr bwMode="auto">
          <a:xfrm flipH="0" flipV="0">
            <a:off x="609599" y="748288"/>
            <a:ext cx="8188036" cy="1655761"/>
          </a:xfrm>
        </p:spPr>
        <p:txBody>
          <a:bodyPr/>
          <a:lstStyle/>
          <a:p>
            <a:pPr>
              <a:defRPr/>
            </a:pPr>
            <a:r>
              <a:rPr lang="en-US" sz="4000" b="0" i="0" u="none" strike="noStrike" cap="none" spc="0">
                <a:solidFill>
                  <a:schemeClr val="bg1"/>
                </a:solidFill>
                <a:latin typeface="Saira SemiCondensed ExtraBold"/>
                <a:ea typeface="Saira SemiCondensed ExtraBold"/>
                <a:cs typeface="Saira SemiCondensed ExtraBold"/>
              </a:rPr>
              <a:t>What Google Knows:</a:t>
            </a:r>
            <a:r>
              <a:rPr lang="pl-PL" sz="4000" b="0" i="0" u="none" strike="noStrike" cap="none" spc="0">
                <a:solidFill>
                  <a:schemeClr val="bg1"/>
                </a:solidFill>
                <a:latin typeface="Saira SemiCondensed ExtraBold"/>
                <a:ea typeface="Saira SemiCondensed ExtraBold"/>
                <a:cs typeface="Saira SemiCondensed ExtraBold"/>
              </a:rPr>
              <a:t> </a:t>
            </a:r>
            <a:r>
              <a:rPr lang="en-US" sz="4000" b="0" i="0" u="none" strike="noStrike" cap="none" spc="0">
                <a:solidFill>
                  <a:schemeClr val="bg1"/>
                </a:solidFill>
                <a:latin typeface="Saira SemiCondensed ExtraBold"/>
                <a:ea typeface="Saira SemiCondensed ExtraBold"/>
                <a:cs typeface="Saira SemiCondensed ExtraBold"/>
              </a:rPr>
              <a:t>Measuring Telemetry and Identifier Exposure Across Privacy-Focused Android Operating Systems</a:t>
            </a:r>
            <a:endParaRPr sz="4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216454" name="Symbol zastępczy zawartości 1"/>
          <p:cNvSpPr>
            <a:spLocks noGrp="1"/>
          </p:cNvSpPr>
          <p:nvPr>
            <p:ph idx="1"/>
          </p:nvPr>
        </p:nvSpPr>
        <p:spPr bwMode="auto">
          <a:xfrm flipH="0" flipV="0">
            <a:off x="644235" y="1825624"/>
            <a:ext cx="10832494" cy="4351338"/>
          </a:xfrm>
        </p:spPr>
        <p:txBody>
          <a:bodyPr/>
          <a:lstStyle/>
          <a:p>
            <a:pPr>
              <a:defRPr/>
            </a:pP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Purpose </a:t>
            </a: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of </a:t>
            </a: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th</a:t>
            </a: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e</a:t>
            </a: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 </a:t>
            </a: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study</a:t>
            </a:r>
            <a:endParaRPr lang="en-US"/>
          </a:p>
          <a:p>
            <a:pPr>
              <a:defRPr/>
            </a:pPr>
            <a:r>
              <a:rPr lang="en-US"/>
              <a:t>P</a:t>
            </a:r>
            <a:r>
              <a:rPr lang="en-US"/>
              <a:t>rivacy</a:t>
            </a:r>
            <a:r>
              <a:rPr lang="en-US"/>
              <a:t>-focused</a:t>
            </a:r>
            <a:r>
              <a:rPr lang="en-US"/>
              <a:t> Android operating systems</a:t>
            </a:r>
            <a:endParaRPr lang="en-US"/>
          </a:p>
          <a:p>
            <a:pPr>
              <a:defRPr/>
            </a:pPr>
            <a:r>
              <a:rPr lang="en-US"/>
              <a:t>Experiment design</a:t>
            </a:r>
            <a:endParaRPr lang="en-US"/>
          </a:p>
          <a:p>
            <a:pPr>
              <a:defRPr/>
            </a:pPr>
            <a:r>
              <a:rPr lang="en-US"/>
              <a:t>Results</a:t>
            </a:r>
            <a:endParaRPr lang="en-US"/>
          </a:p>
          <a:p>
            <a:pPr>
              <a:defRPr/>
            </a:pPr>
            <a:r>
              <a:rPr lang="en-US"/>
              <a:t>Known limitations</a:t>
            </a:r>
            <a:endParaRPr lang="en-US"/>
          </a:p>
          <a:p>
            <a:pPr>
              <a:defRPr/>
            </a:pPr>
            <a:r>
              <a:rPr lang="en-US"/>
              <a:t>Conclusion</a:t>
            </a:r>
            <a:endParaRPr lang="en-US"/>
          </a:p>
        </p:txBody>
      </p:sp>
      <p:sp>
        <p:nvSpPr>
          <p:cNvPr id="1031586609" name="Symbol zastępczy tekstu 3"/>
          <p:cNvSpPr>
            <a:spLocks noGrp="1"/>
          </p:cNvSpPr>
          <p:nvPr>
            <p:ph type="body" sz="quarter" idx="14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Table of </a:t>
            </a:r>
            <a:r>
              <a:rPr lang="en-US"/>
              <a:t>c</a:t>
            </a:r>
            <a:r>
              <a:rPr lang="en-US"/>
              <a:t>ontents</a:t>
            </a:r>
            <a:endParaRPr lang="en-US"/>
          </a:p>
        </p:txBody>
      </p:sp>
      <p:sp>
        <p:nvSpPr>
          <p:cNvPr id="302448000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08AD62E-40E0-3B66-4880-3ED59E6E4AD3}" type="slidenum">
              <a:rPr lang="pl-PL"/>
              <a:t>3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548757" name="Symbol zastępczy zawartości 1"/>
          <p:cNvSpPr>
            <a:spLocks noGrp="1"/>
          </p:cNvSpPr>
          <p:nvPr>
            <p:ph idx="1"/>
          </p:nvPr>
        </p:nvSpPr>
        <p:spPr bwMode="auto">
          <a:xfrm flipH="0" flipV="0">
            <a:off x="644235" y="1825624"/>
            <a:ext cx="10832494" cy="4351338"/>
          </a:xfrm>
        </p:spPr>
        <p:txBody>
          <a:bodyPr/>
          <a:lstStyle/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 sz="30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Evaluate user privacy at the operating-system layer across various privacy-focused Android distributions</a:t>
            </a:r>
            <a:r>
              <a:rPr lang="en-US"/>
              <a:t>.</a:t>
            </a:r>
            <a:endParaRPr lang="en-US"/>
          </a:p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/>
              <a:t>Compare alternative Android operating systems (custom ROMs) to stock.</a:t>
            </a:r>
            <a:endParaRPr lang="en-US"/>
          </a:p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/>
              <a:t>Conduct an experiment and collect data from a physical device.</a:t>
            </a:r>
            <a:endParaRPr lang="en-US"/>
          </a:p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/>
              <a:t>Find actual privacy benefits of studied Android distributions</a:t>
            </a:r>
            <a:r>
              <a:rPr lang="en-US"/>
              <a:t>.</a:t>
            </a:r>
            <a:endParaRPr lang="en-US"/>
          </a:p>
        </p:txBody>
      </p:sp>
      <p:sp>
        <p:nvSpPr>
          <p:cNvPr id="1384667719" name="Symbol zastępczy tekstu 3"/>
          <p:cNvSpPr>
            <a:spLocks noGrp="1"/>
          </p:cNvSpPr>
          <p:nvPr>
            <p:ph type="body" sz="quarter" idx="14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rgbClr val="00494B"/>
                </a:solidFill>
                <a:latin typeface="Saira SemiCondensed ExtraBold"/>
                <a:ea typeface="Saira SemiCondensed ExtraBold"/>
                <a:cs typeface="Saira SemiCondensed ExtraBold"/>
              </a:rPr>
              <a:t>Purpose of the study</a:t>
            </a:r>
            <a:endParaRPr lang="en-US"/>
          </a:p>
        </p:txBody>
      </p:sp>
      <p:sp>
        <p:nvSpPr>
          <p:cNvPr id="631136769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BE7C061-DB42-0940-0978-E35F402AA464}" type="slidenum">
              <a:rPr lang="pl-PL"/>
              <a:t>3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500023" name="Symbol zastępczy tekstu 3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644235" y="978981"/>
            <a:ext cx="8799273" cy="615804"/>
          </a:xfrm>
        </p:spPr>
        <p:txBody>
          <a:bodyPr/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rgbClr val="00494B"/>
                </a:solidFill>
                <a:latin typeface="Saira SemiCondensed ExtraBold"/>
                <a:ea typeface="Saira SemiCondensed ExtraBold"/>
                <a:cs typeface="Saira SemiCondensed ExtraBold"/>
              </a:rPr>
              <a:t>Privacy-focused Android operating systems</a:t>
            </a:r>
            <a:endParaRPr lang="en-US"/>
          </a:p>
        </p:txBody>
      </p:sp>
      <p:sp>
        <p:nvSpPr>
          <p:cNvPr id="102436545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B2A4356-D686-6361-8B2D-6BCDB6B1F5AF}" type="slidenum">
              <a:rPr lang="pl-PL"/>
              <a:t>3</a:t>
            </a:fld>
            <a:endParaRPr/>
          </a:p>
        </p:txBody>
      </p:sp>
      <p:pic>
        <p:nvPicPr>
          <p:cNvPr id="9571293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40552" y="2012511"/>
            <a:ext cx="2736151" cy="1824963"/>
          </a:xfrm>
          <a:prstGeom prst="rect">
            <a:avLst/>
          </a:prstGeom>
        </p:spPr>
      </p:pic>
      <p:pic>
        <p:nvPicPr>
          <p:cNvPr id="5817799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740449" y="4667448"/>
            <a:ext cx="2010345" cy="731765"/>
          </a:xfrm>
          <a:prstGeom prst="rect">
            <a:avLst/>
          </a:prstGeom>
        </p:spPr>
      </p:pic>
      <p:pic>
        <p:nvPicPr>
          <p:cNvPr id="192367966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824778" y="2472836"/>
            <a:ext cx="1381124" cy="1143000"/>
          </a:xfrm>
          <a:prstGeom prst="rect">
            <a:avLst/>
          </a:prstGeom>
        </p:spPr>
      </p:pic>
      <p:pic>
        <p:nvPicPr>
          <p:cNvPr id="111597441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367096" y="4470521"/>
            <a:ext cx="1308792" cy="1308792"/>
          </a:xfrm>
          <a:prstGeom prst="rect">
            <a:avLst/>
          </a:prstGeom>
        </p:spPr>
      </p:pic>
      <p:pic>
        <p:nvPicPr>
          <p:cNvPr id="209575138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8525973" y="2384647"/>
            <a:ext cx="2721790" cy="26486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285536" name="Symbol zastępczy tekstu 3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644235" y="978981"/>
            <a:ext cx="8799273" cy="615804"/>
          </a:xfrm>
        </p:spPr>
        <p:txBody>
          <a:bodyPr/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rgbClr val="00494B"/>
                </a:solidFill>
                <a:latin typeface="Saira SemiCondensed ExtraBold"/>
                <a:ea typeface="Saira SemiCondensed ExtraBold"/>
                <a:cs typeface="Saira SemiCondensed ExtraBold"/>
              </a:rPr>
              <a:t>Privacy-focused Android operating systems</a:t>
            </a:r>
            <a:endParaRPr lang="en-US"/>
          </a:p>
        </p:txBody>
      </p:sp>
      <p:sp>
        <p:nvSpPr>
          <p:cNvPr id="2108648107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FEA6847-E643-100B-C5E1-BF802810617C}" type="slidenum">
              <a:rPr lang="pl-PL"/>
              <a:t>4</a:t>
            </a:fld>
            <a:endParaRPr/>
          </a:p>
        </p:txBody>
      </p:sp>
      <p:pic>
        <p:nvPicPr>
          <p:cNvPr id="23353960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32948" y="4249421"/>
            <a:ext cx="2098733" cy="1399817"/>
          </a:xfrm>
          <a:prstGeom prst="rect">
            <a:avLst/>
          </a:prstGeom>
        </p:spPr>
      </p:pic>
      <p:pic>
        <p:nvPicPr>
          <p:cNvPr id="89212769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53116" y="4683226"/>
            <a:ext cx="1391691" cy="506575"/>
          </a:xfrm>
          <a:prstGeom prst="rect">
            <a:avLst/>
          </a:prstGeom>
        </p:spPr>
      </p:pic>
      <p:pic>
        <p:nvPicPr>
          <p:cNvPr id="135993041" name=""/>
          <p:cNvPicPr>
            <a:picLocks noChangeAspect="1"/>
          </p:cNvPicPr>
          <p:nvPr/>
        </p:nvPicPr>
        <p:blipFill rotWithShape="1">
          <a:blip r:embed="rId5"/>
          <a:srcRect l="0" t="0" r="0" b="21889"/>
          <a:stretch/>
        </p:blipFill>
        <p:spPr bwMode="auto">
          <a:xfrm flipH="0" flipV="0">
            <a:off x="7700738" y="1790913"/>
            <a:ext cx="2535775" cy="1927499"/>
          </a:xfrm>
          <a:prstGeom prst="rect">
            <a:avLst/>
          </a:prstGeom>
        </p:spPr>
      </p:pic>
      <p:pic>
        <p:nvPicPr>
          <p:cNvPr id="93050978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1137034" y="1790913"/>
            <a:ext cx="3131835" cy="1223969"/>
          </a:xfrm>
          <a:prstGeom prst="rect">
            <a:avLst/>
          </a:prstGeom>
        </p:spPr>
      </p:pic>
      <p:sp>
        <p:nvSpPr>
          <p:cNvPr id="88013726" name="Symbol zastępczy zawartości 1"/>
          <p:cNvSpPr>
            <a:spLocks noGrp="1"/>
          </p:cNvSpPr>
          <p:nvPr>
            <p:ph idx="1"/>
          </p:nvPr>
        </p:nvSpPr>
        <p:spPr bwMode="auto">
          <a:xfrm flipH="0" flipV="0">
            <a:off x="724470" y="3014883"/>
            <a:ext cx="4561009" cy="141959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A 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free-as-in-freedom</a:t>
            </a:r>
            <a:b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</a:b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re-implementation of Google's proprietary Android user space apps and 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libraries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.</a:t>
            </a:r>
            <a:endParaRPr sz="2400"/>
          </a:p>
        </p:txBody>
      </p:sp>
      <p:pic>
        <p:nvPicPr>
          <p:cNvPr id="18875016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8376469" y="2043196"/>
            <a:ext cx="1184312" cy="1184312"/>
          </a:xfrm>
          <a:prstGeom prst="rect">
            <a:avLst/>
          </a:prstGeom>
        </p:spPr>
      </p:pic>
      <p:sp>
        <p:nvSpPr>
          <p:cNvPr id="302670332" name="Symbol zastępczy zawartości 1"/>
          <p:cNvSpPr>
            <a:spLocks noGrp="1"/>
          </p:cNvSpPr>
          <p:nvPr/>
        </p:nvSpPr>
        <p:spPr bwMode="auto">
          <a:xfrm flipH="0" flipV="0">
            <a:off x="6890405" y="3718413"/>
            <a:ext cx="4723704" cy="243620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Clr>
                <a:srgbClr val="56FF9F"/>
              </a:buClr>
              <a:buFont typeface="Arial"/>
              <a:buChar char="•"/>
              <a:defRPr sz="30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24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20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18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14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 sz="26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   Sandboxed Google Play</a:t>
            </a:r>
            <a:endParaRPr sz="2600" b="0" i="0" u="none" strike="noStrike" cap="none" spc="0">
              <a:solidFill>
                <a:srgbClr val="575756"/>
              </a:solidFill>
              <a:latin typeface="Hanken Grotesk SemiBold"/>
              <a:ea typeface="Hanken Grotesk SemiBold"/>
              <a:cs typeface="Hanken Grotesk SemiBold"/>
            </a:endParaRPr>
          </a:p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b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</a:b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GrapheneOS has a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 compatibility layer 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providing the option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 to install the official Google Play in the standard app sandbox</a:t>
            </a:r>
            <a:r>
              <a:rPr sz="2400"/>
              <a:t>.</a:t>
            </a:r>
            <a:endParaRPr sz="2400"/>
          </a:p>
        </p:txBody>
      </p:sp>
      <p:pic>
        <p:nvPicPr>
          <p:cNvPr id="1409123634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1104971" y="5649238"/>
            <a:ext cx="1075021" cy="889673"/>
          </a:xfrm>
          <a:prstGeom prst="rect">
            <a:avLst/>
          </a:prstGeom>
        </p:spPr>
      </p:pic>
      <p:pic>
        <p:nvPicPr>
          <p:cNvPr id="132224502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134090" y="5642463"/>
            <a:ext cx="896448" cy="896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81731" name="Symbol zastępczy tekstu 3"/>
          <p:cNvSpPr>
            <a:spLocks noGrp="1"/>
          </p:cNvSpPr>
          <p:nvPr>
            <p:ph type="body" sz="quarter" idx="14"/>
          </p:nvPr>
        </p:nvSpPr>
        <p:spPr bwMode="auto">
          <a:xfrm flipH="0" flipV="0">
            <a:off x="644235" y="978981"/>
            <a:ext cx="8799273" cy="615804"/>
          </a:xfrm>
        </p:spPr>
        <p:txBody>
          <a:bodyPr/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rgbClr val="00494B"/>
                </a:solidFill>
                <a:latin typeface="Saira SemiCondensed ExtraBold"/>
                <a:ea typeface="Saira SemiCondensed ExtraBold"/>
                <a:cs typeface="Saira SemiCondensed ExtraBold"/>
              </a:rPr>
              <a:t>Privacy-focused Android operating systems</a:t>
            </a:r>
            <a:endParaRPr lang="en-US"/>
          </a:p>
        </p:txBody>
      </p:sp>
      <p:sp>
        <p:nvSpPr>
          <p:cNvPr id="988085277" name="Symbol zastępczy numeru slajdu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373DA77-B7A7-9FF9-2469-4D9D3217E1F7}" type="slidenum">
              <a:rPr lang="pl-PL"/>
              <a:t>5</a:t>
            </a:fld>
            <a:endParaRPr/>
          </a:p>
        </p:txBody>
      </p:sp>
      <p:pic>
        <p:nvPicPr>
          <p:cNvPr id="391796608" name=""/>
          <p:cNvPicPr>
            <a:picLocks noChangeAspect="1"/>
          </p:cNvPicPr>
          <p:nvPr/>
        </p:nvPicPr>
        <p:blipFill rotWithShape="1">
          <a:blip r:embed="rId3"/>
          <a:srcRect l="0" t="0" r="0" b="21889"/>
          <a:stretch/>
        </p:blipFill>
        <p:spPr bwMode="auto">
          <a:xfrm flipH="0" flipV="0">
            <a:off x="6266778" y="3786413"/>
            <a:ext cx="2468165" cy="1876107"/>
          </a:xfrm>
          <a:prstGeom prst="rect">
            <a:avLst/>
          </a:prstGeom>
        </p:spPr>
      </p:pic>
      <p:pic>
        <p:nvPicPr>
          <p:cNvPr id="142594951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560101" y="4112439"/>
            <a:ext cx="2389984" cy="934042"/>
          </a:xfrm>
          <a:prstGeom prst="rect">
            <a:avLst/>
          </a:prstGeom>
        </p:spPr>
      </p:pic>
      <p:pic>
        <p:nvPicPr>
          <p:cNvPr id="21152448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942510" y="4018880"/>
            <a:ext cx="1152736" cy="1152736"/>
          </a:xfrm>
          <a:prstGeom prst="rect">
            <a:avLst/>
          </a:prstGeom>
        </p:spPr>
      </p:pic>
      <p:sp>
        <p:nvSpPr>
          <p:cNvPr id="1051176402" name="Symbol zastępczy zawartości 1"/>
          <p:cNvSpPr>
            <a:spLocks noGrp="1"/>
          </p:cNvSpPr>
          <p:nvPr>
            <p:ph idx="1"/>
          </p:nvPr>
        </p:nvSpPr>
        <p:spPr bwMode="auto">
          <a:xfrm flipH="0" flipV="0">
            <a:off x="644235" y="1648652"/>
            <a:ext cx="10502782" cy="21377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Privacy-focused solutions aim to preserve device functionality and application compatibility while reducing privilege and improving user control over Google-related components</a:t>
            </a: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.</a:t>
            </a:r>
            <a:endParaRPr sz="2400"/>
          </a:p>
        </p:txBody>
      </p:sp>
      <p:sp>
        <p:nvSpPr>
          <p:cNvPr id="1497070285" name="Symbol zastępczy zawartości 1"/>
          <p:cNvSpPr>
            <a:spLocks noGrp="1"/>
          </p:cNvSpPr>
          <p:nvPr/>
        </p:nvSpPr>
        <p:spPr bwMode="auto">
          <a:xfrm flipH="0" flipV="0">
            <a:off x="8337112" y="4125812"/>
            <a:ext cx="2930769" cy="110572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Clr>
                <a:srgbClr val="56FF9F"/>
              </a:buClr>
              <a:buFont typeface="Arial"/>
              <a:buChar char="•"/>
              <a:defRPr sz="30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24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20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18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Clr>
                <a:srgbClr val="56FF9F"/>
              </a:buClr>
              <a:buFont typeface="Arial"/>
              <a:buChar char="•"/>
              <a:defRPr sz="140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56FF9F"/>
              </a:buClr>
              <a:buFont typeface="Arial"/>
              <a:buNone/>
              <a:defRPr/>
            </a:pP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GrapheneOS </a:t>
            </a:r>
            <a:b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</a:b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Sandboxed </a:t>
            </a:r>
            <a:b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</a:br>
            <a:r>
              <a:rPr lang="en-US" sz="2400" b="0" i="0" u="none" strike="noStrike" cap="none" spc="0">
                <a:solidFill>
                  <a:srgbClr val="575756"/>
                </a:solidFill>
                <a:latin typeface="Hanken Grotesk SemiBold"/>
                <a:ea typeface="Hanken Grotesk SemiBold"/>
                <a:cs typeface="Hanken Grotesk SemiBold"/>
              </a:rPr>
              <a:t>Google Play</a:t>
            </a:r>
            <a:endParaRPr lang="en-US" sz="2400" b="0" i="0" u="none" strike="noStrike" cap="none" spc="0">
              <a:solidFill>
                <a:srgbClr val="575756"/>
              </a:solidFill>
              <a:latin typeface="Hanken Grotesk SemiBold"/>
              <a:ea typeface="Hanken Grotesk SemiBold"/>
              <a:cs typeface="Hanken Grotesk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Pakiet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Pakiet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</cp:revision>
  <dcterms:created xsi:type="dcterms:W3CDTF">2023-06-21T10:26:15Z</dcterms:created>
  <dcterms:modified xsi:type="dcterms:W3CDTF">2026-09-04T10:14:18Z</dcterms:modified>
</cp:coreProperties>
</file>